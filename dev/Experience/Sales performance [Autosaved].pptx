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sldIdLst>
    <p:sldId id="395" r:id="rId2"/>
    <p:sldId id="401" r:id="rId3"/>
    <p:sldId id="407" r:id="rId4"/>
    <p:sldId id="408" r:id="rId5"/>
    <p:sldId id="416" r:id="rId6"/>
    <p:sldId id="412" r:id="rId7"/>
    <p:sldId id="413" r:id="rId8"/>
    <p:sldId id="415" r:id="rId9"/>
    <p:sldId id="414" r:id="rId10"/>
    <p:sldId id="402" r:id="rId11"/>
    <p:sldId id="400" r:id="rId12"/>
    <p:sldId id="398" r:id="rId13"/>
    <p:sldId id="403" r:id="rId14"/>
    <p:sldId id="404" r:id="rId15"/>
    <p:sldId id="405" r:id="rId16"/>
    <p:sldId id="397" r:id="rId17"/>
    <p:sldId id="392" r:id="rId18"/>
    <p:sldId id="409" r:id="rId19"/>
    <p:sldId id="288" r:id="rId20"/>
    <p:sldId id="406" r:id="rId21"/>
    <p:sldId id="411" r:id="rId22"/>
    <p:sldId id="410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or Malschitzky" initials="VM" lastIdx="15" clrIdx="0">
    <p:extLst>
      <p:ext uri="{19B8F6BF-5375-455C-9EA6-DF929625EA0E}">
        <p15:presenceInfo xmlns:p15="http://schemas.microsoft.com/office/powerpoint/2012/main" userId="8cc8eb146c14c0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0080"/>
    <a:srgbClr val="279436"/>
    <a:srgbClr val="FF0000"/>
    <a:srgbClr val="0D7221"/>
    <a:srgbClr val="720D2B"/>
    <a:srgbClr val="540D72"/>
    <a:srgbClr val="9D2396"/>
    <a:srgbClr val="30A33F"/>
    <a:srgbClr val="30B1FE"/>
    <a:srgbClr val="C502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CD0C2-651F-48EB-9014-B477B62D2459}" v="33" dt="2020-06-16T18:32:45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8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6760-25FD-452F-A327-D0C219C9B708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22756-EFC7-4145-8FE6-F550B5657C7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6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438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82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6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54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32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43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4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7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07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0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14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11B57-432B-4855-A7F3-89B13A79E45D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08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11520">
          <p15:clr>
            <a:srgbClr val="F26B43"/>
          </p15:clr>
        </p15:guide>
        <p15:guide id="3" pos="160">
          <p15:clr>
            <a:srgbClr val="F26B43"/>
          </p15:clr>
        </p15:guide>
        <p15:guide id="4" pos="811">
          <p15:clr>
            <a:srgbClr val="F26B43"/>
          </p15:clr>
        </p15:guide>
        <p15:guide id="5" pos="971">
          <p15:clr>
            <a:srgbClr val="F26B43"/>
          </p15:clr>
        </p15:guide>
        <p15:guide id="6" pos="1622">
          <p15:clr>
            <a:srgbClr val="F26B43"/>
          </p15:clr>
        </p15:guide>
        <p15:guide id="7" pos="1782">
          <p15:clr>
            <a:srgbClr val="F26B43"/>
          </p15:clr>
        </p15:guide>
        <p15:guide id="8" pos="2434">
          <p15:clr>
            <a:srgbClr val="F26B43"/>
          </p15:clr>
        </p15:guide>
        <p15:guide id="9" pos="2594">
          <p15:clr>
            <a:srgbClr val="F26B43"/>
          </p15:clr>
        </p15:guide>
        <p15:guide id="10" pos="3245">
          <p15:clr>
            <a:srgbClr val="F26B43"/>
          </p15:clr>
        </p15:guide>
        <p15:guide id="11" pos="3405">
          <p15:clr>
            <a:srgbClr val="F26B43"/>
          </p15:clr>
        </p15:guide>
        <p15:guide id="12" pos="4057">
          <p15:clr>
            <a:srgbClr val="F26B43"/>
          </p15:clr>
        </p15:guide>
        <p15:guide id="13" pos="4217">
          <p15:clr>
            <a:srgbClr val="F26B43"/>
          </p15:clr>
        </p15:guide>
        <p15:guide id="14" pos="4868">
          <p15:clr>
            <a:srgbClr val="F26B43"/>
          </p15:clr>
        </p15:guide>
        <p15:guide id="15" pos="5028">
          <p15:clr>
            <a:srgbClr val="F26B43"/>
          </p15:clr>
        </p15:guide>
        <p15:guide id="16" pos="5680">
          <p15:clr>
            <a:srgbClr val="F26B43"/>
          </p15:clr>
        </p15:guide>
        <p15:guide id="17" pos="5840">
          <p15:clr>
            <a:srgbClr val="F26B43"/>
          </p15:clr>
        </p15:guide>
        <p15:guide id="18" pos="6491">
          <p15:clr>
            <a:srgbClr val="F26B43"/>
          </p15:clr>
        </p15:guide>
        <p15:guide id="19" pos="6651">
          <p15:clr>
            <a:srgbClr val="F26B43"/>
          </p15:clr>
        </p15:guide>
        <p15:guide id="20" pos="7302">
          <p15:clr>
            <a:srgbClr val="F26B43"/>
          </p15:clr>
        </p15:guide>
        <p15:guide id="21" pos="7462">
          <p15:clr>
            <a:srgbClr val="F26B43"/>
          </p15:clr>
        </p15:guide>
        <p15:guide id="22" pos="8114">
          <p15:clr>
            <a:srgbClr val="F26B43"/>
          </p15:clr>
        </p15:guide>
        <p15:guide id="23" pos="8274">
          <p15:clr>
            <a:srgbClr val="F26B43"/>
          </p15:clr>
        </p15:guide>
        <p15:guide id="24" pos="8925">
          <p15:clr>
            <a:srgbClr val="F26B43"/>
          </p15:clr>
        </p15:guide>
        <p15:guide id="25" pos="9085">
          <p15:clr>
            <a:srgbClr val="F26B43"/>
          </p15:clr>
        </p15:guide>
        <p15:guide id="26" pos="9737">
          <p15:clr>
            <a:srgbClr val="F26B43"/>
          </p15:clr>
        </p15:guide>
        <p15:guide id="27" pos="9897">
          <p15:clr>
            <a:srgbClr val="F26B43"/>
          </p15:clr>
        </p15:guide>
        <p15:guide id="28" pos="10548">
          <p15:clr>
            <a:srgbClr val="F26B43"/>
          </p15:clr>
        </p15:guide>
        <p15:guide id="29" pos="10708">
          <p15:clr>
            <a:srgbClr val="F26B43"/>
          </p15:clr>
        </p15:guide>
        <p15:guide id="30" pos="11360">
          <p15:clr>
            <a:srgbClr val="F26B43"/>
          </p15:clr>
        </p15:guide>
        <p15:guide id="31" orient="horz">
          <p15:clr>
            <a:srgbClr val="F26B43"/>
          </p15:clr>
        </p15:guide>
        <p15:guide id="32" orient="horz" pos="6480">
          <p15:clr>
            <a:srgbClr val="F26B43"/>
          </p15:clr>
        </p15:guide>
        <p15:guide id="33" orient="horz" pos="302">
          <p15:clr>
            <a:srgbClr val="F26B43"/>
          </p15:clr>
        </p15:guide>
        <p15:guide id="34" orient="horz" pos="462">
          <p15:clr>
            <a:srgbClr val="F26B43"/>
          </p15:clr>
        </p15:guide>
        <p15:guide id="35" orient="horz" pos="765">
          <p15:clr>
            <a:srgbClr val="F26B43"/>
          </p15:clr>
        </p15:guide>
        <p15:guide id="36" orient="horz" pos="925">
          <p15:clr>
            <a:srgbClr val="F26B43"/>
          </p15:clr>
        </p15:guide>
        <p15:guide id="37" orient="horz" pos="1228">
          <p15:clr>
            <a:srgbClr val="F26B43"/>
          </p15:clr>
        </p15:guide>
        <p15:guide id="38" orient="horz" pos="1388">
          <p15:clr>
            <a:srgbClr val="F26B43"/>
          </p15:clr>
        </p15:guide>
        <p15:guide id="39" orient="horz" pos="1691">
          <p15:clr>
            <a:srgbClr val="F26B43"/>
          </p15:clr>
        </p15:guide>
        <p15:guide id="40" orient="horz" pos="1851">
          <p15:clr>
            <a:srgbClr val="F26B43"/>
          </p15:clr>
        </p15:guide>
        <p15:guide id="41" orient="horz" pos="2154">
          <p15:clr>
            <a:srgbClr val="F26B43"/>
          </p15:clr>
        </p15:guide>
        <p15:guide id="42" orient="horz" pos="2314">
          <p15:clr>
            <a:srgbClr val="F26B43"/>
          </p15:clr>
        </p15:guide>
        <p15:guide id="43" orient="horz" pos="2617">
          <p15:clr>
            <a:srgbClr val="F26B43"/>
          </p15:clr>
        </p15:guide>
        <p15:guide id="44" orient="horz" pos="2777">
          <p15:clr>
            <a:srgbClr val="F26B43"/>
          </p15:clr>
        </p15:guide>
        <p15:guide id="45" orient="horz" pos="3080">
          <p15:clr>
            <a:srgbClr val="F26B43"/>
          </p15:clr>
        </p15:guide>
        <p15:guide id="46" orient="horz" pos="3240">
          <p15:clr>
            <a:srgbClr val="F26B43"/>
          </p15:clr>
        </p15:guide>
        <p15:guide id="47" orient="horz" pos="3542">
          <p15:clr>
            <a:srgbClr val="F26B43"/>
          </p15:clr>
        </p15:guide>
        <p15:guide id="48" orient="horz" pos="3702">
          <p15:clr>
            <a:srgbClr val="F26B43"/>
          </p15:clr>
        </p15:guide>
        <p15:guide id="49" orient="horz" pos="4005">
          <p15:clr>
            <a:srgbClr val="F26B43"/>
          </p15:clr>
        </p15:guide>
        <p15:guide id="50" orient="horz" pos="4165">
          <p15:clr>
            <a:srgbClr val="F26B43"/>
          </p15:clr>
        </p15:guide>
        <p15:guide id="51" orient="horz" pos="4468">
          <p15:clr>
            <a:srgbClr val="F26B43"/>
          </p15:clr>
        </p15:guide>
        <p15:guide id="52" orient="horz" pos="4628">
          <p15:clr>
            <a:srgbClr val="F26B43"/>
          </p15:clr>
        </p15:guide>
        <p15:guide id="53" orient="horz" pos="4931">
          <p15:clr>
            <a:srgbClr val="F26B43"/>
          </p15:clr>
        </p15:guide>
        <p15:guide id="54" orient="horz" pos="5091">
          <p15:clr>
            <a:srgbClr val="F26B43"/>
          </p15:clr>
        </p15:guide>
        <p15:guide id="55" orient="horz" pos="5394">
          <p15:clr>
            <a:srgbClr val="F26B43"/>
          </p15:clr>
        </p15:guide>
        <p15:guide id="56" orient="horz" pos="5554">
          <p15:clr>
            <a:srgbClr val="F26B43"/>
          </p15:clr>
        </p15:guide>
        <p15:guide id="57" orient="horz" pos="5857">
          <p15:clr>
            <a:srgbClr val="F26B43"/>
          </p15:clr>
        </p15:guide>
        <p15:guide id="58" orient="horz" pos="6017">
          <p15:clr>
            <a:srgbClr val="F26B43"/>
          </p15:clr>
        </p15:guide>
        <p15:guide id="59" orient="horz" pos="6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image" Target="../media/image12.sv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image" Target="../media/image1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5.png"/><Relationship Id="rId5" Type="http://schemas.openxmlformats.org/officeDocument/2006/relationships/image" Target="../media/image14.sv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image" Target="../media/image12.sv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image" Target="../media/image1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5.png"/><Relationship Id="rId5" Type="http://schemas.openxmlformats.org/officeDocument/2006/relationships/image" Target="../media/image14.sv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EFF3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C29D170A-7E8F-4BB0-BC9F-5B0DDFC48210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E0A129BC-151E-4600-A141-3D9BB1DC174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789BE476-3412-428B-B5EA-0F55B9D7294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A4C08A55-25D2-46ED-9F79-0DA54B9D0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EC15CC85-19A4-4318-903F-6711D24CEDD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D0C1B71D-DF56-432B-9F13-EB1A5611DF7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B7832DD-942C-4709-B33C-77AC5DA720A5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AD5EC19-BBA2-4973-A4E8-1D2AB927384A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9FE1196-0647-43B8-9D30-A7D830FC01BA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67C039C0-5312-4A35-AF4F-B78063685982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D1B446DF-D0E0-4B08-B58D-02BAA849D9A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0183D529-CFF8-4FA5-92EE-94E895DD069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3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3878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814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386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D73B7E6E-BEFC-46E4-B03B-1635AC81587D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BB889D6-8670-4956-ADE2-07A398BC5E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D0EFDA94-AC1E-43CC-AE0A-B42EA97BFE5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9C6CB060-A363-4479-AC2A-D8C2855C9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F1ABFDA7-CB7F-46D3-8153-DF0927EFFEB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CAF52AFC-7F5A-4311-8F45-9D08992A25D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B7ACBEA-4C0D-421C-9C82-9F65DF3399EC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2F296B-BD22-4D7E-9058-FD48D8C704B9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B29A78B-B459-4DF1-84C9-5A651E87AD4C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589FEAFD-2DAF-4245-8BC6-B30F0BA5E03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2D67F16-C20A-4C0E-8A68-CFBA68830A5C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4458B19A-9BB4-4968-BB5E-C5634C92EE92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7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54A0A6-207D-B84A-E4C6-7830DE606C42}"/>
              </a:ext>
            </a:extLst>
          </p:cNvPr>
          <p:cNvGrpSpPr/>
          <p:nvPr/>
        </p:nvGrpSpPr>
        <p:grpSpPr>
          <a:xfrm>
            <a:off x="26535" y="0"/>
            <a:ext cx="12165465" cy="6858000"/>
            <a:chOff x="26535" y="0"/>
            <a:chExt cx="12165465" cy="6858000"/>
          </a:xfrm>
        </p:grpSpPr>
        <p:sp>
          <p:nvSpPr>
            <p:cNvPr id="32" name="Retângulo Arredondado 3">
              <a:extLst>
                <a:ext uri="{FF2B5EF4-FFF2-40B4-BE49-F238E27FC236}">
                  <a16:creationId xmlns:a16="http://schemas.microsoft.com/office/drawing/2014/main" id="{4AB1C8B1-57AF-4369-8D08-7EE28EE9684B}"/>
                </a:ext>
              </a:extLst>
            </p:cNvPr>
            <p:cNvSpPr/>
            <p:nvPr/>
          </p:nvSpPr>
          <p:spPr>
            <a:xfrm>
              <a:off x="327169" y="0"/>
              <a:ext cx="11864831" cy="6858000"/>
            </a:xfrm>
            <a:prstGeom prst="roundRect">
              <a:avLst>
                <a:gd name="adj" fmla="val 425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33" name="Retângulo Arredondado 4">
              <a:extLst>
                <a:ext uri="{FF2B5EF4-FFF2-40B4-BE49-F238E27FC236}">
                  <a16:creationId xmlns:a16="http://schemas.microsoft.com/office/drawing/2014/main" id="{360E21D8-6ECE-44F0-8069-4DB1FB6435DC}"/>
                </a:ext>
              </a:extLst>
            </p:cNvPr>
            <p:cNvSpPr/>
            <p:nvPr/>
          </p:nvSpPr>
          <p:spPr>
            <a:xfrm>
              <a:off x="1095375" y="123825"/>
              <a:ext cx="10972800" cy="6610349"/>
            </a:xfrm>
            <a:prstGeom prst="roundRect">
              <a:avLst>
                <a:gd name="adj" fmla="val 4253"/>
              </a:avLst>
            </a:prstGeom>
            <a:solidFill>
              <a:schemeClr val="bg1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14A6721E-BB62-4CDA-B443-4A6A00CC9BED}"/>
                </a:ext>
              </a:extLst>
            </p:cNvPr>
            <p:cNvSpPr/>
            <p:nvPr/>
          </p:nvSpPr>
          <p:spPr>
            <a:xfrm>
              <a:off x="1316006" y="2065273"/>
              <a:ext cx="4500843" cy="2099178"/>
            </a:xfrm>
            <a:prstGeom prst="roundRect">
              <a:avLst>
                <a:gd name="adj" fmla="val 387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44" name="Retângulo Arredondado 64">
              <a:extLst>
                <a:ext uri="{FF2B5EF4-FFF2-40B4-BE49-F238E27FC236}">
                  <a16:creationId xmlns:a16="http://schemas.microsoft.com/office/drawing/2014/main" id="{7AD156D6-212A-4A03-B4D1-53076B4264B4}"/>
                </a:ext>
              </a:extLst>
            </p:cNvPr>
            <p:cNvSpPr/>
            <p:nvPr/>
          </p:nvSpPr>
          <p:spPr>
            <a:xfrm>
              <a:off x="1316006" y="857250"/>
              <a:ext cx="7494450" cy="990600"/>
            </a:xfrm>
            <a:prstGeom prst="roundRect">
              <a:avLst>
                <a:gd name="adj" fmla="val 814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B84911E-01C9-49B8-9715-660C95399B42}"/>
                </a:ext>
              </a:extLst>
            </p:cNvPr>
            <p:cNvSpPr/>
            <p:nvPr/>
          </p:nvSpPr>
          <p:spPr>
            <a:xfrm>
              <a:off x="6032849" y="2065273"/>
              <a:ext cx="2777607" cy="4451478"/>
            </a:xfrm>
            <a:prstGeom prst="roundRect">
              <a:avLst>
                <a:gd name="adj" fmla="val 29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C2DBC4B-B069-446E-AFCC-20D6C1A20FA4}"/>
                </a:ext>
              </a:extLst>
            </p:cNvPr>
            <p:cNvSpPr/>
            <p:nvPr/>
          </p:nvSpPr>
          <p:spPr>
            <a:xfrm>
              <a:off x="1316006" y="4381874"/>
              <a:ext cx="4500843" cy="2134877"/>
            </a:xfrm>
            <a:prstGeom prst="roundRect">
              <a:avLst>
                <a:gd name="adj" fmla="val 386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FA29BF8-8D3D-4DA2-B471-07B5BFC0BE3E}"/>
                </a:ext>
              </a:extLst>
            </p:cNvPr>
            <p:cNvSpPr/>
            <p:nvPr/>
          </p:nvSpPr>
          <p:spPr>
            <a:xfrm>
              <a:off x="9026456" y="341248"/>
              <a:ext cx="2807922" cy="6175503"/>
            </a:xfrm>
            <a:prstGeom prst="roundRect">
              <a:avLst>
                <a:gd name="adj" fmla="val 29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024" name="Gráfico 1023">
              <a:extLst>
                <a:ext uri="{FF2B5EF4-FFF2-40B4-BE49-F238E27FC236}">
                  <a16:creationId xmlns:a16="http://schemas.microsoft.com/office/drawing/2014/main" id="{33A0F7E0-E23A-4247-88DE-C6B820CF10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548"/>
            <a:stretch/>
          </p:blipFill>
          <p:spPr>
            <a:xfrm>
              <a:off x="7473160" y="639827"/>
              <a:ext cx="1345355" cy="1199381"/>
            </a:xfrm>
            <a:prstGeom prst="rect">
              <a:avLst/>
            </a:prstGeom>
          </p:spPr>
        </p:pic>
        <p:sp>
          <p:nvSpPr>
            <p:cNvPr id="27" name="Retângulo Arredondado 61">
              <a:extLst>
                <a:ext uri="{FF2B5EF4-FFF2-40B4-BE49-F238E27FC236}">
                  <a16:creationId xmlns:a16="http://schemas.microsoft.com/office/drawing/2014/main" id="{D73B7E6E-BEFC-46E4-B03B-1635AC81587D}"/>
                </a:ext>
              </a:extLst>
            </p:cNvPr>
            <p:cNvSpPr/>
            <p:nvPr/>
          </p:nvSpPr>
          <p:spPr>
            <a:xfrm>
              <a:off x="26535" y="2920621"/>
              <a:ext cx="990672" cy="457200"/>
            </a:xfrm>
            <a:prstGeom prst="roundRect">
              <a:avLst>
                <a:gd name="adj" fmla="val 19202"/>
              </a:avLst>
            </a:prstGeom>
            <a:gradFill flip="none" rotWithShape="1">
              <a:gsLst>
                <a:gs pos="0">
                  <a:srgbClr val="524EEE"/>
                </a:gs>
                <a:gs pos="50000">
                  <a:srgbClr val="30B1FE"/>
                </a:gs>
                <a:gs pos="100000">
                  <a:srgbClr val="25D498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Imagem 30" descr="Ícone&#10;&#10;Descrição gerada automaticamente">
              <a:extLst>
                <a:ext uri="{FF2B5EF4-FFF2-40B4-BE49-F238E27FC236}">
                  <a16:creationId xmlns:a16="http://schemas.microsoft.com/office/drawing/2014/main" id="{6BB889D6-8670-4956-ADE2-07A398BC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413015"/>
              <a:ext cx="252000" cy="256271"/>
            </a:xfrm>
            <a:prstGeom prst="rect">
              <a:avLst/>
            </a:prstGeom>
          </p:spPr>
        </p:pic>
        <p:pic>
          <p:nvPicPr>
            <p:cNvPr id="34" name="Imagem 33" descr="Ícone&#10;&#10;Descrição gerada automaticamente">
              <a:extLst>
                <a:ext uri="{FF2B5EF4-FFF2-40B4-BE49-F238E27FC236}">
                  <a16:creationId xmlns:a16="http://schemas.microsoft.com/office/drawing/2014/main" id="{D0EFDA94-AC1E-43CC-AE0A-B42EA97B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6182648"/>
              <a:ext cx="252000" cy="252000"/>
            </a:xfrm>
            <a:prstGeom prst="rect">
              <a:avLst/>
            </a:prstGeom>
          </p:spPr>
        </p:pic>
        <p:pic>
          <p:nvPicPr>
            <p:cNvPr id="35" name="Imagem 34" descr="Ícone&#10;&#10;Descrição gerada automaticamente">
              <a:extLst>
                <a:ext uri="{FF2B5EF4-FFF2-40B4-BE49-F238E27FC236}">
                  <a16:creationId xmlns:a16="http://schemas.microsoft.com/office/drawing/2014/main" id="{9C6CB060-A363-4479-AC2A-D8C2855C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79828"/>
              <a:ext cx="252000" cy="252000"/>
            </a:xfrm>
            <a:prstGeom prst="rect">
              <a:avLst/>
            </a:prstGeom>
          </p:spPr>
        </p:pic>
        <p:pic>
          <p:nvPicPr>
            <p:cNvPr id="37" name="Imagem 36" descr="Ícone&#10;&#10;Descrição gerada automaticamente">
              <a:extLst>
                <a:ext uri="{FF2B5EF4-FFF2-40B4-BE49-F238E27FC236}">
                  <a16:creationId xmlns:a16="http://schemas.microsoft.com/office/drawing/2014/main" id="{F1ABFDA7-CB7F-46D3-8153-DF0927EF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679" y="3010180"/>
              <a:ext cx="249840" cy="288000"/>
            </a:xfrm>
            <a:prstGeom prst="rect">
              <a:avLst/>
            </a:prstGeom>
          </p:spPr>
        </p:pic>
        <p:pic>
          <p:nvPicPr>
            <p:cNvPr id="38" name="Imagem 37" descr="Ícone&#10;&#10;Descrição gerada automaticamente">
              <a:extLst>
                <a:ext uri="{FF2B5EF4-FFF2-40B4-BE49-F238E27FC236}">
                  <a16:creationId xmlns:a16="http://schemas.microsoft.com/office/drawing/2014/main" id="{CAF52AFC-7F5A-4311-8F45-9D08992A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3639073"/>
              <a:ext cx="252000" cy="215460"/>
            </a:xfrm>
            <a:prstGeom prst="rect">
              <a:avLst/>
            </a:prstGeom>
          </p:spPr>
        </p:pic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B7ACBEA-4C0D-421C-9C82-9F65DF3399EC}"/>
                </a:ext>
              </a:extLst>
            </p:cNvPr>
            <p:cNvSpPr/>
            <p:nvPr/>
          </p:nvSpPr>
          <p:spPr>
            <a:xfrm>
              <a:off x="1553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A2F296B-BD22-4D7E-9058-FD48D8C704B9}"/>
                </a:ext>
              </a:extLst>
            </p:cNvPr>
            <p:cNvSpPr/>
            <p:nvPr/>
          </p:nvSpPr>
          <p:spPr>
            <a:xfrm>
              <a:off x="3460292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25D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B29A78B-B459-4DF1-84C9-5A651E87AD4C}"/>
                </a:ext>
              </a:extLst>
            </p:cNvPr>
            <p:cNvSpPr/>
            <p:nvPr/>
          </p:nvSpPr>
          <p:spPr>
            <a:xfrm>
              <a:off x="5366626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30B1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39" name="Imagem 38" descr="Ícone&#10;&#10;Descrição gerada automaticamente">
              <a:extLst>
                <a:ext uri="{FF2B5EF4-FFF2-40B4-BE49-F238E27FC236}">
                  <a16:creationId xmlns:a16="http://schemas.microsoft.com/office/drawing/2014/main" id="{589FEAFD-2DAF-4245-8BC6-B30F0BA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9548" y="1239787"/>
              <a:ext cx="248276" cy="216000"/>
            </a:xfrm>
            <a:prstGeom prst="rect">
              <a:avLst/>
            </a:prstGeom>
          </p:spPr>
        </p:pic>
        <p:pic>
          <p:nvPicPr>
            <p:cNvPr id="41" name="Imagem 40" descr="Ícone&#10;&#10;Descrição gerada automaticamente">
              <a:extLst>
                <a:ext uri="{FF2B5EF4-FFF2-40B4-BE49-F238E27FC236}">
                  <a16:creationId xmlns:a16="http://schemas.microsoft.com/office/drawing/2014/main" id="{22D67F16-C20A-4C0E-8A68-CFBA6883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5218" y="1239787"/>
              <a:ext cx="109080" cy="216000"/>
            </a:xfrm>
            <a:prstGeom prst="rect">
              <a:avLst/>
            </a:prstGeom>
          </p:spPr>
        </p:pic>
        <p:pic>
          <p:nvPicPr>
            <p:cNvPr id="22" name="Imagem 21" descr="Ícone&#10;&#10;Descrição gerada automaticamente">
              <a:extLst>
                <a:ext uri="{FF2B5EF4-FFF2-40B4-BE49-F238E27FC236}">
                  <a16:creationId xmlns:a16="http://schemas.microsoft.com/office/drawing/2014/main" id="{4458B19A-9BB4-4968-BB5E-C5634C92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626" y="1230787"/>
              <a:ext cx="234000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339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54A0A6-207D-B84A-E4C6-7830DE606C42}"/>
              </a:ext>
            </a:extLst>
          </p:cNvPr>
          <p:cNvGrpSpPr/>
          <p:nvPr/>
        </p:nvGrpSpPr>
        <p:grpSpPr>
          <a:xfrm>
            <a:off x="26535" y="0"/>
            <a:ext cx="12165465" cy="6858000"/>
            <a:chOff x="26535" y="0"/>
            <a:chExt cx="12165465" cy="6858000"/>
          </a:xfrm>
        </p:grpSpPr>
        <p:sp>
          <p:nvSpPr>
            <p:cNvPr id="32" name="Retângulo Arredondado 3">
              <a:extLst>
                <a:ext uri="{FF2B5EF4-FFF2-40B4-BE49-F238E27FC236}">
                  <a16:creationId xmlns:a16="http://schemas.microsoft.com/office/drawing/2014/main" id="{4AB1C8B1-57AF-4369-8D08-7EE28EE9684B}"/>
                </a:ext>
              </a:extLst>
            </p:cNvPr>
            <p:cNvSpPr/>
            <p:nvPr/>
          </p:nvSpPr>
          <p:spPr>
            <a:xfrm>
              <a:off x="327169" y="0"/>
              <a:ext cx="11864831" cy="6858000"/>
            </a:xfrm>
            <a:prstGeom prst="roundRect">
              <a:avLst>
                <a:gd name="adj" fmla="val 425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3" name="Retângulo Arredondado 4">
              <a:extLst>
                <a:ext uri="{FF2B5EF4-FFF2-40B4-BE49-F238E27FC236}">
                  <a16:creationId xmlns:a16="http://schemas.microsoft.com/office/drawing/2014/main" id="{360E21D8-6ECE-44F0-8069-4DB1FB6435DC}"/>
                </a:ext>
              </a:extLst>
            </p:cNvPr>
            <p:cNvSpPr/>
            <p:nvPr/>
          </p:nvSpPr>
          <p:spPr>
            <a:xfrm>
              <a:off x="1095375" y="123825"/>
              <a:ext cx="10972800" cy="6610349"/>
            </a:xfrm>
            <a:prstGeom prst="roundRect">
              <a:avLst>
                <a:gd name="adj" fmla="val 4253"/>
              </a:avLst>
            </a:prstGeom>
            <a:solidFill>
              <a:srgbClr val="720D5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14A6721E-BB62-4CDA-B443-4A6A00CC9BED}"/>
                </a:ext>
              </a:extLst>
            </p:cNvPr>
            <p:cNvSpPr/>
            <p:nvPr/>
          </p:nvSpPr>
          <p:spPr>
            <a:xfrm>
              <a:off x="1316006" y="2065273"/>
              <a:ext cx="4500843" cy="2099178"/>
            </a:xfrm>
            <a:prstGeom prst="roundRect">
              <a:avLst>
                <a:gd name="adj" fmla="val 3878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44" name="Retângulo Arredondado 64">
              <a:extLst>
                <a:ext uri="{FF2B5EF4-FFF2-40B4-BE49-F238E27FC236}">
                  <a16:creationId xmlns:a16="http://schemas.microsoft.com/office/drawing/2014/main" id="{7AD156D6-212A-4A03-B4D1-53076B4264B4}"/>
                </a:ext>
              </a:extLst>
            </p:cNvPr>
            <p:cNvSpPr/>
            <p:nvPr/>
          </p:nvSpPr>
          <p:spPr>
            <a:xfrm>
              <a:off x="1316006" y="857250"/>
              <a:ext cx="7494450" cy="990600"/>
            </a:xfrm>
            <a:prstGeom prst="roundRect">
              <a:avLst>
                <a:gd name="adj" fmla="val 814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B84911E-01C9-49B8-9715-660C95399B42}"/>
                </a:ext>
              </a:extLst>
            </p:cNvPr>
            <p:cNvSpPr/>
            <p:nvPr/>
          </p:nvSpPr>
          <p:spPr>
            <a:xfrm>
              <a:off x="6032849" y="2065273"/>
              <a:ext cx="2777607" cy="4451478"/>
            </a:xfrm>
            <a:prstGeom prst="roundRect">
              <a:avLst>
                <a:gd name="adj" fmla="val 2971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C2DBC4B-B069-446E-AFCC-20D6C1A20FA4}"/>
                </a:ext>
              </a:extLst>
            </p:cNvPr>
            <p:cNvSpPr/>
            <p:nvPr/>
          </p:nvSpPr>
          <p:spPr>
            <a:xfrm>
              <a:off x="1316006" y="4381874"/>
              <a:ext cx="4500843" cy="2134877"/>
            </a:xfrm>
            <a:prstGeom prst="roundRect">
              <a:avLst>
                <a:gd name="adj" fmla="val 386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FA29BF8-8D3D-4DA2-B471-07B5BFC0BE3E}"/>
                </a:ext>
              </a:extLst>
            </p:cNvPr>
            <p:cNvSpPr/>
            <p:nvPr/>
          </p:nvSpPr>
          <p:spPr>
            <a:xfrm>
              <a:off x="9026456" y="341248"/>
              <a:ext cx="2807922" cy="6175503"/>
            </a:xfrm>
            <a:prstGeom prst="roundRect">
              <a:avLst>
                <a:gd name="adj" fmla="val 2971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024" name="Gráfico 1023">
              <a:extLst>
                <a:ext uri="{FF2B5EF4-FFF2-40B4-BE49-F238E27FC236}">
                  <a16:creationId xmlns:a16="http://schemas.microsoft.com/office/drawing/2014/main" id="{33A0F7E0-E23A-4247-88DE-C6B820CF10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548"/>
            <a:stretch/>
          </p:blipFill>
          <p:spPr>
            <a:xfrm>
              <a:off x="7473160" y="639827"/>
              <a:ext cx="1345355" cy="1199381"/>
            </a:xfrm>
            <a:prstGeom prst="rect">
              <a:avLst/>
            </a:prstGeom>
          </p:spPr>
        </p:pic>
        <p:sp>
          <p:nvSpPr>
            <p:cNvPr id="27" name="Retângulo Arredondado 61">
              <a:extLst>
                <a:ext uri="{FF2B5EF4-FFF2-40B4-BE49-F238E27FC236}">
                  <a16:creationId xmlns:a16="http://schemas.microsoft.com/office/drawing/2014/main" id="{D73B7E6E-BEFC-46E4-B03B-1635AC81587D}"/>
                </a:ext>
              </a:extLst>
            </p:cNvPr>
            <p:cNvSpPr/>
            <p:nvPr/>
          </p:nvSpPr>
          <p:spPr>
            <a:xfrm>
              <a:off x="26535" y="2920621"/>
              <a:ext cx="990672" cy="457200"/>
            </a:xfrm>
            <a:prstGeom prst="roundRect">
              <a:avLst>
                <a:gd name="adj" fmla="val 19202"/>
              </a:avLst>
            </a:prstGeom>
            <a:gradFill flip="none" rotWithShape="1">
              <a:gsLst>
                <a:gs pos="90000">
                  <a:srgbClr val="0D7221"/>
                </a:gs>
                <a:gs pos="0">
                  <a:srgbClr val="FF0000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31" name="Imagem 30" descr="Ícone&#10;&#10;Descrição gerada automaticamente">
              <a:extLst>
                <a:ext uri="{FF2B5EF4-FFF2-40B4-BE49-F238E27FC236}">
                  <a16:creationId xmlns:a16="http://schemas.microsoft.com/office/drawing/2014/main" id="{6BB889D6-8670-4956-ADE2-07A398BC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413015"/>
              <a:ext cx="252000" cy="256271"/>
            </a:xfrm>
            <a:prstGeom prst="rect">
              <a:avLst/>
            </a:prstGeom>
          </p:spPr>
        </p:pic>
        <p:pic>
          <p:nvPicPr>
            <p:cNvPr id="34" name="Imagem 33" descr="Ícone&#10;&#10;Descrição gerada automaticamente">
              <a:extLst>
                <a:ext uri="{FF2B5EF4-FFF2-40B4-BE49-F238E27FC236}">
                  <a16:creationId xmlns:a16="http://schemas.microsoft.com/office/drawing/2014/main" id="{D0EFDA94-AC1E-43CC-AE0A-B42EA97B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6182648"/>
              <a:ext cx="252000" cy="252000"/>
            </a:xfrm>
            <a:prstGeom prst="rect">
              <a:avLst/>
            </a:prstGeom>
          </p:spPr>
        </p:pic>
        <p:pic>
          <p:nvPicPr>
            <p:cNvPr id="35" name="Imagem 34" descr="Ícone&#10;&#10;Descrição gerada automaticamente">
              <a:extLst>
                <a:ext uri="{FF2B5EF4-FFF2-40B4-BE49-F238E27FC236}">
                  <a16:creationId xmlns:a16="http://schemas.microsoft.com/office/drawing/2014/main" id="{9C6CB060-A363-4479-AC2A-D8C2855C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79828"/>
              <a:ext cx="252000" cy="252000"/>
            </a:xfrm>
            <a:prstGeom prst="rect">
              <a:avLst/>
            </a:prstGeom>
          </p:spPr>
        </p:pic>
        <p:pic>
          <p:nvPicPr>
            <p:cNvPr id="37" name="Imagem 36" descr="Ícone&#10;&#10;Descrição gerada automaticamente">
              <a:extLst>
                <a:ext uri="{FF2B5EF4-FFF2-40B4-BE49-F238E27FC236}">
                  <a16:creationId xmlns:a16="http://schemas.microsoft.com/office/drawing/2014/main" id="{F1ABFDA7-CB7F-46D3-8153-DF0927EF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679" y="3010180"/>
              <a:ext cx="249840" cy="288000"/>
            </a:xfrm>
            <a:prstGeom prst="rect">
              <a:avLst/>
            </a:prstGeom>
          </p:spPr>
        </p:pic>
        <p:pic>
          <p:nvPicPr>
            <p:cNvPr id="38" name="Imagem 37" descr="Ícone&#10;&#10;Descrição gerada automaticamente">
              <a:extLst>
                <a:ext uri="{FF2B5EF4-FFF2-40B4-BE49-F238E27FC236}">
                  <a16:creationId xmlns:a16="http://schemas.microsoft.com/office/drawing/2014/main" id="{CAF52AFC-7F5A-4311-8F45-9D08992A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3639073"/>
              <a:ext cx="252000" cy="215460"/>
            </a:xfrm>
            <a:prstGeom prst="rect">
              <a:avLst/>
            </a:prstGeom>
          </p:spPr>
        </p:pic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B7ACBEA-4C0D-421C-9C82-9F65DF3399EC}"/>
                </a:ext>
              </a:extLst>
            </p:cNvPr>
            <p:cNvSpPr/>
            <p:nvPr/>
          </p:nvSpPr>
          <p:spPr>
            <a:xfrm>
              <a:off x="1553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30A3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A2F296B-BD22-4D7E-9058-FD48D8C704B9}"/>
                </a:ext>
              </a:extLst>
            </p:cNvPr>
            <p:cNvSpPr/>
            <p:nvPr/>
          </p:nvSpPr>
          <p:spPr>
            <a:xfrm>
              <a:off x="3534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9D23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B29A78B-B459-4DF1-84C9-5A651E87AD4C}"/>
                </a:ext>
              </a:extLst>
            </p:cNvPr>
            <p:cNvSpPr/>
            <p:nvPr/>
          </p:nvSpPr>
          <p:spPr>
            <a:xfrm>
              <a:off x="5431278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D70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39" name="Imagem 38" descr="Ícone&#10;&#10;Descrição gerada automaticamente">
              <a:extLst>
                <a:ext uri="{FF2B5EF4-FFF2-40B4-BE49-F238E27FC236}">
                  <a16:creationId xmlns:a16="http://schemas.microsoft.com/office/drawing/2014/main" id="{589FEAFD-2DAF-4245-8BC6-B30F0BA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3436" y="1239787"/>
              <a:ext cx="248276" cy="216000"/>
            </a:xfrm>
            <a:prstGeom prst="rect">
              <a:avLst/>
            </a:prstGeom>
          </p:spPr>
        </p:pic>
        <p:pic>
          <p:nvPicPr>
            <p:cNvPr id="41" name="Imagem 40" descr="Ícone&#10;&#10;Descrição gerada automaticamente">
              <a:extLst>
                <a:ext uri="{FF2B5EF4-FFF2-40B4-BE49-F238E27FC236}">
                  <a16:creationId xmlns:a16="http://schemas.microsoft.com/office/drawing/2014/main" id="{22D67F16-C20A-4C0E-8A68-CFBA6883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5218" y="1239787"/>
              <a:ext cx="109080" cy="216000"/>
            </a:xfrm>
            <a:prstGeom prst="rect">
              <a:avLst/>
            </a:prstGeom>
          </p:spPr>
        </p:pic>
        <p:pic>
          <p:nvPicPr>
            <p:cNvPr id="22" name="Imagem 21" descr="Ícone&#10;&#10;Descrição gerada automaticamente">
              <a:extLst>
                <a:ext uri="{FF2B5EF4-FFF2-40B4-BE49-F238E27FC236}">
                  <a16:creationId xmlns:a16="http://schemas.microsoft.com/office/drawing/2014/main" id="{4458B19A-9BB4-4968-BB5E-C5634C92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2278" y="1230787"/>
              <a:ext cx="234000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777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54A0A6-207D-B84A-E4C6-7830DE606C42}"/>
              </a:ext>
            </a:extLst>
          </p:cNvPr>
          <p:cNvGrpSpPr/>
          <p:nvPr/>
        </p:nvGrpSpPr>
        <p:grpSpPr>
          <a:xfrm>
            <a:off x="26535" y="0"/>
            <a:ext cx="12165465" cy="6858000"/>
            <a:chOff x="26535" y="0"/>
            <a:chExt cx="12165465" cy="6858000"/>
          </a:xfrm>
        </p:grpSpPr>
        <p:sp>
          <p:nvSpPr>
            <p:cNvPr id="32" name="Retângulo Arredondado 3">
              <a:extLst>
                <a:ext uri="{FF2B5EF4-FFF2-40B4-BE49-F238E27FC236}">
                  <a16:creationId xmlns:a16="http://schemas.microsoft.com/office/drawing/2014/main" id="{4AB1C8B1-57AF-4369-8D08-7EE28EE9684B}"/>
                </a:ext>
              </a:extLst>
            </p:cNvPr>
            <p:cNvSpPr/>
            <p:nvPr/>
          </p:nvSpPr>
          <p:spPr>
            <a:xfrm>
              <a:off x="327169" y="0"/>
              <a:ext cx="11864831" cy="6858000"/>
            </a:xfrm>
            <a:prstGeom prst="roundRect">
              <a:avLst>
                <a:gd name="adj" fmla="val 425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3" name="Retângulo Arredondado 4">
              <a:extLst>
                <a:ext uri="{FF2B5EF4-FFF2-40B4-BE49-F238E27FC236}">
                  <a16:creationId xmlns:a16="http://schemas.microsoft.com/office/drawing/2014/main" id="{360E21D8-6ECE-44F0-8069-4DB1FB6435DC}"/>
                </a:ext>
              </a:extLst>
            </p:cNvPr>
            <p:cNvSpPr/>
            <p:nvPr/>
          </p:nvSpPr>
          <p:spPr>
            <a:xfrm>
              <a:off x="1095375" y="123825"/>
              <a:ext cx="10972800" cy="6610349"/>
            </a:xfrm>
            <a:prstGeom prst="roundRect">
              <a:avLst>
                <a:gd name="adj" fmla="val 4253"/>
              </a:avLst>
            </a:prstGeom>
            <a:solidFill>
              <a:srgbClr val="720D5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14A6721E-BB62-4CDA-B443-4A6A00CC9BED}"/>
                </a:ext>
              </a:extLst>
            </p:cNvPr>
            <p:cNvSpPr/>
            <p:nvPr/>
          </p:nvSpPr>
          <p:spPr>
            <a:xfrm>
              <a:off x="1316006" y="2065273"/>
              <a:ext cx="4500843" cy="2099178"/>
            </a:xfrm>
            <a:prstGeom prst="roundRect">
              <a:avLst>
                <a:gd name="adj" fmla="val 3878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44" name="Retângulo Arredondado 64">
              <a:extLst>
                <a:ext uri="{FF2B5EF4-FFF2-40B4-BE49-F238E27FC236}">
                  <a16:creationId xmlns:a16="http://schemas.microsoft.com/office/drawing/2014/main" id="{7AD156D6-212A-4A03-B4D1-53076B4264B4}"/>
                </a:ext>
              </a:extLst>
            </p:cNvPr>
            <p:cNvSpPr/>
            <p:nvPr/>
          </p:nvSpPr>
          <p:spPr>
            <a:xfrm>
              <a:off x="1316006" y="857250"/>
              <a:ext cx="7494450" cy="990600"/>
            </a:xfrm>
            <a:prstGeom prst="roundRect">
              <a:avLst>
                <a:gd name="adj" fmla="val 814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B84911E-01C9-49B8-9715-660C95399B42}"/>
                </a:ext>
              </a:extLst>
            </p:cNvPr>
            <p:cNvSpPr/>
            <p:nvPr/>
          </p:nvSpPr>
          <p:spPr>
            <a:xfrm>
              <a:off x="6032849" y="2065273"/>
              <a:ext cx="2777607" cy="4451478"/>
            </a:xfrm>
            <a:prstGeom prst="roundRect">
              <a:avLst>
                <a:gd name="adj" fmla="val 2971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C2DBC4B-B069-446E-AFCC-20D6C1A20FA4}"/>
                </a:ext>
              </a:extLst>
            </p:cNvPr>
            <p:cNvSpPr/>
            <p:nvPr/>
          </p:nvSpPr>
          <p:spPr>
            <a:xfrm>
              <a:off x="1316006" y="4381874"/>
              <a:ext cx="4500843" cy="2134877"/>
            </a:xfrm>
            <a:prstGeom prst="roundRect">
              <a:avLst>
                <a:gd name="adj" fmla="val 386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FA29BF8-8D3D-4DA2-B471-07B5BFC0BE3E}"/>
                </a:ext>
              </a:extLst>
            </p:cNvPr>
            <p:cNvSpPr/>
            <p:nvPr/>
          </p:nvSpPr>
          <p:spPr>
            <a:xfrm>
              <a:off x="9026456" y="341248"/>
              <a:ext cx="2807922" cy="6175503"/>
            </a:xfrm>
            <a:prstGeom prst="roundRect">
              <a:avLst>
                <a:gd name="adj" fmla="val 2971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024" name="Gráfico 1023">
              <a:extLst>
                <a:ext uri="{FF2B5EF4-FFF2-40B4-BE49-F238E27FC236}">
                  <a16:creationId xmlns:a16="http://schemas.microsoft.com/office/drawing/2014/main" id="{33A0F7E0-E23A-4247-88DE-C6B820CF10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548"/>
            <a:stretch/>
          </p:blipFill>
          <p:spPr>
            <a:xfrm>
              <a:off x="7473160" y="639827"/>
              <a:ext cx="1345355" cy="1199381"/>
            </a:xfrm>
            <a:prstGeom prst="rect">
              <a:avLst/>
            </a:prstGeom>
          </p:spPr>
        </p:pic>
        <p:sp>
          <p:nvSpPr>
            <p:cNvPr id="27" name="Retângulo Arredondado 61">
              <a:extLst>
                <a:ext uri="{FF2B5EF4-FFF2-40B4-BE49-F238E27FC236}">
                  <a16:creationId xmlns:a16="http://schemas.microsoft.com/office/drawing/2014/main" id="{D73B7E6E-BEFC-46E4-B03B-1635AC81587D}"/>
                </a:ext>
              </a:extLst>
            </p:cNvPr>
            <p:cNvSpPr/>
            <p:nvPr/>
          </p:nvSpPr>
          <p:spPr>
            <a:xfrm>
              <a:off x="26535" y="2920621"/>
              <a:ext cx="990672" cy="457200"/>
            </a:xfrm>
            <a:prstGeom prst="roundRect">
              <a:avLst>
                <a:gd name="adj" fmla="val 19202"/>
              </a:avLst>
            </a:prstGeom>
            <a:gradFill flip="none" rotWithShape="1">
              <a:gsLst>
                <a:gs pos="90000">
                  <a:srgbClr val="0D7221"/>
                </a:gs>
                <a:gs pos="0">
                  <a:srgbClr val="FF0000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Imagem 30" descr="Ícone&#10;&#10;Descrição gerada automaticamente">
              <a:extLst>
                <a:ext uri="{FF2B5EF4-FFF2-40B4-BE49-F238E27FC236}">
                  <a16:creationId xmlns:a16="http://schemas.microsoft.com/office/drawing/2014/main" id="{6BB889D6-8670-4956-ADE2-07A398BC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413015"/>
              <a:ext cx="252000" cy="256271"/>
            </a:xfrm>
            <a:prstGeom prst="rect">
              <a:avLst/>
            </a:prstGeom>
          </p:spPr>
        </p:pic>
        <p:pic>
          <p:nvPicPr>
            <p:cNvPr id="34" name="Imagem 33" descr="Ícone&#10;&#10;Descrição gerada automaticamente">
              <a:extLst>
                <a:ext uri="{FF2B5EF4-FFF2-40B4-BE49-F238E27FC236}">
                  <a16:creationId xmlns:a16="http://schemas.microsoft.com/office/drawing/2014/main" id="{D0EFDA94-AC1E-43CC-AE0A-B42EA97B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6182648"/>
              <a:ext cx="252000" cy="252000"/>
            </a:xfrm>
            <a:prstGeom prst="rect">
              <a:avLst/>
            </a:prstGeom>
          </p:spPr>
        </p:pic>
        <p:pic>
          <p:nvPicPr>
            <p:cNvPr id="35" name="Imagem 34" descr="Ícone&#10;&#10;Descrição gerada automaticamente">
              <a:extLst>
                <a:ext uri="{FF2B5EF4-FFF2-40B4-BE49-F238E27FC236}">
                  <a16:creationId xmlns:a16="http://schemas.microsoft.com/office/drawing/2014/main" id="{9C6CB060-A363-4479-AC2A-D8C2855C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79828"/>
              <a:ext cx="252000" cy="252000"/>
            </a:xfrm>
            <a:prstGeom prst="rect">
              <a:avLst/>
            </a:prstGeom>
          </p:spPr>
        </p:pic>
        <p:pic>
          <p:nvPicPr>
            <p:cNvPr id="37" name="Imagem 36" descr="Ícone&#10;&#10;Descrição gerada automaticamente">
              <a:extLst>
                <a:ext uri="{FF2B5EF4-FFF2-40B4-BE49-F238E27FC236}">
                  <a16:creationId xmlns:a16="http://schemas.microsoft.com/office/drawing/2014/main" id="{F1ABFDA7-CB7F-46D3-8153-DF0927EF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679" y="3010180"/>
              <a:ext cx="249840" cy="288000"/>
            </a:xfrm>
            <a:prstGeom prst="rect">
              <a:avLst/>
            </a:prstGeom>
          </p:spPr>
        </p:pic>
        <p:pic>
          <p:nvPicPr>
            <p:cNvPr id="38" name="Imagem 37" descr="Ícone&#10;&#10;Descrição gerada automaticamente">
              <a:extLst>
                <a:ext uri="{FF2B5EF4-FFF2-40B4-BE49-F238E27FC236}">
                  <a16:creationId xmlns:a16="http://schemas.microsoft.com/office/drawing/2014/main" id="{CAF52AFC-7F5A-4311-8F45-9D08992A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3639073"/>
              <a:ext cx="252000" cy="215460"/>
            </a:xfrm>
            <a:prstGeom prst="rect">
              <a:avLst/>
            </a:prstGeom>
          </p:spPr>
        </p:pic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B7ACBEA-4C0D-421C-9C82-9F65DF3399EC}"/>
                </a:ext>
              </a:extLst>
            </p:cNvPr>
            <p:cNvSpPr/>
            <p:nvPr/>
          </p:nvSpPr>
          <p:spPr>
            <a:xfrm>
              <a:off x="1553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A2F296B-BD22-4D7E-9058-FD48D8C704B9}"/>
                </a:ext>
              </a:extLst>
            </p:cNvPr>
            <p:cNvSpPr/>
            <p:nvPr/>
          </p:nvSpPr>
          <p:spPr>
            <a:xfrm>
              <a:off x="3534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B29A78B-B459-4DF1-84C9-5A651E87AD4C}"/>
                </a:ext>
              </a:extLst>
            </p:cNvPr>
            <p:cNvSpPr/>
            <p:nvPr/>
          </p:nvSpPr>
          <p:spPr>
            <a:xfrm>
              <a:off x="5431278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39" name="Imagem 38" descr="Ícone&#10;&#10;Descrição gerada automaticamente">
              <a:extLst>
                <a:ext uri="{FF2B5EF4-FFF2-40B4-BE49-F238E27FC236}">
                  <a16:creationId xmlns:a16="http://schemas.microsoft.com/office/drawing/2014/main" id="{589FEAFD-2DAF-4245-8BC6-B30F0BA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3436" y="1239787"/>
              <a:ext cx="248276" cy="216000"/>
            </a:xfrm>
            <a:prstGeom prst="rect">
              <a:avLst/>
            </a:prstGeom>
          </p:spPr>
        </p:pic>
        <p:pic>
          <p:nvPicPr>
            <p:cNvPr id="41" name="Imagem 40" descr="Ícone&#10;&#10;Descrição gerada automaticamente">
              <a:extLst>
                <a:ext uri="{FF2B5EF4-FFF2-40B4-BE49-F238E27FC236}">
                  <a16:creationId xmlns:a16="http://schemas.microsoft.com/office/drawing/2014/main" id="{22D67F16-C20A-4C0E-8A68-CFBA6883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5218" y="1239787"/>
              <a:ext cx="109080" cy="216000"/>
            </a:xfrm>
            <a:prstGeom prst="rect">
              <a:avLst/>
            </a:prstGeom>
          </p:spPr>
        </p:pic>
        <p:pic>
          <p:nvPicPr>
            <p:cNvPr id="22" name="Imagem 21" descr="Ícone&#10;&#10;Descrição gerada automaticamente">
              <a:extLst>
                <a:ext uri="{FF2B5EF4-FFF2-40B4-BE49-F238E27FC236}">
                  <a16:creationId xmlns:a16="http://schemas.microsoft.com/office/drawing/2014/main" id="{4458B19A-9BB4-4968-BB5E-C5634C92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2278" y="1230787"/>
              <a:ext cx="234000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923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54A0A6-207D-B84A-E4C6-7830DE606C42}"/>
              </a:ext>
            </a:extLst>
          </p:cNvPr>
          <p:cNvGrpSpPr/>
          <p:nvPr/>
        </p:nvGrpSpPr>
        <p:grpSpPr>
          <a:xfrm>
            <a:off x="26535" y="0"/>
            <a:ext cx="12165465" cy="6858000"/>
            <a:chOff x="26535" y="0"/>
            <a:chExt cx="12165465" cy="6858000"/>
          </a:xfrm>
        </p:grpSpPr>
        <p:sp>
          <p:nvSpPr>
            <p:cNvPr id="32" name="Retângulo Arredondado 3">
              <a:extLst>
                <a:ext uri="{FF2B5EF4-FFF2-40B4-BE49-F238E27FC236}">
                  <a16:creationId xmlns:a16="http://schemas.microsoft.com/office/drawing/2014/main" id="{4AB1C8B1-57AF-4369-8D08-7EE28EE9684B}"/>
                </a:ext>
              </a:extLst>
            </p:cNvPr>
            <p:cNvSpPr/>
            <p:nvPr/>
          </p:nvSpPr>
          <p:spPr>
            <a:xfrm>
              <a:off x="327169" y="0"/>
              <a:ext cx="11864831" cy="6858000"/>
            </a:xfrm>
            <a:prstGeom prst="roundRect">
              <a:avLst>
                <a:gd name="adj" fmla="val 425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3" name="Retângulo Arredondado 4">
              <a:extLst>
                <a:ext uri="{FF2B5EF4-FFF2-40B4-BE49-F238E27FC236}">
                  <a16:creationId xmlns:a16="http://schemas.microsoft.com/office/drawing/2014/main" id="{360E21D8-6ECE-44F0-8069-4DB1FB6435DC}"/>
                </a:ext>
              </a:extLst>
            </p:cNvPr>
            <p:cNvSpPr/>
            <p:nvPr/>
          </p:nvSpPr>
          <p:spPr>
            <a:xfrm>
              <a:off x="1095375" y="123825"/>
              <a:ext cx="10972800" cy="6610349"/>
            </a:xfrm>
            <a:prstGeom prst="roundRect">
              <a:avLst>
                <a:gd name="adj" fmla="val 4253"/>
              </a:avLst>
            </a:prstGeom>
            <a:solidFill>
              <a:srgbClr val="720D5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tângulo Arredondado 64">
              <a:extLst>
                <a:ext uri="{FF2B5EF4-FFF2-40B4-BE49-F238E27FC236}">
                  <a16:creationId xmlns:a16="http://schemas.microsoft.com/office/drawing/2014/main" id="{7AD156D6-212A-4A03-B4D1-53076B4264B4}"/>
                </a:ext>
              </a:extLst>
            </p:cNvPr>
            <p:cNvSpPr/>
            <p:nvPr/>
          </p:nvSpPr>
          <p:spPr>
            <a:xfrm>
              <a:off x="1316006" y="857250"/>
              <a:ext cx="7494450" cy="990600"/>
            </a:xfrm>
            <a:prstGeom prst="roundRect">
              <a:avLst>
                <a:gd name="adj" fmla="val 814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B84911E-01C9-49B8-9715-660C95399B42}"/>
                </a:ext>
              </a:extLst>
            </p:cNvPr>
            <p:cNvSpPr/>
            <p:nvPr/>
          </p:nvSpPr>
          <p:spPr>
            <a:xfrm>
              <a:off x="6032849" y="2065273"/>
              <a:ext cx="2777607" cy="4451478"/>
            </a:xfrm>
            <a:prstGeom prst="roundRect">
              <a:avLst>
                <a:gd name="adj" fmla="val 2971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FA29BF8-8D3D-4DA2-B471-07B5BFC0BE3E}"/>
                </a:ext>
              </a:extLst>
            </p:cNvPr>
            <p:cNvSpPr/>
            <p:nvPr/>
          </p:nvSpPr>
          <p:spPr>
            <a:xfrm>
              <a:off x="9026456" y="341248"/>
              <a:ext cx="2807922" cy="6175503"/>
            </a:xfrm>
            <a:prstGeom prst="roundRect">
              <a:avLst>
                <a:gd name="adj" fmla="val 2971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024" name="Gráfico 1023">
              <a:extLst>
                <a:ext uri="{FF2B5EF4-FFF2-40B4-BE49-F238E27FC236}">
                  <a16:creationId xmlns:a16="http://schemas.microsoft.com/office/drawing/2014/main" id="{33A0F7E0-E23A-4247-88DE-C6B820CF10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548"/>
            <a:stretch/>
          </p:blipFill>
          <p:spPr>
            <a:xfrm>
              <a:off x="7473160" y="639827"/>
              <a:ext cx="1345355" cy="1199381"/>
            </a:xfrm>
            <a:prstGeom prst="rect">
              <a:avLst/>
            </a:prstGeom>
          </p:spPr>
        </p:pic>
        <p:sp>
          <p:nvSpPr>
            <p:cNvPr id="27" name="Retângulo Arredondado 61">
              <a:extLst>
                <a:ext uri="{FF2B5EF4-FFF2-40B4-BE49-F238E27FC236}">
                  <a16:creationId xmlns:a16="http://schemas.microsoft.com/office/drawing/2014/main" id="{D73B7E6E-BEFC-46E4-B03B-1635AC81587D}"/>
                </a:ext>
              </a:extLst>
            </p:cNvPr>
            <p:cNvSpPr/>
            <p:nvPr/>
          </p:nvSpPr>
          <p:spPr>
            <a:xfrm>
              <a:off x="26535" y="2920621"/>
              <a:ext cx="990672" cy="457200"/>
            </a:xfrm>
            <a:prstGeom prst="roundRect">
              <a:avLst>
                <a:gd name="adj" fmla="val 19202"/>
              </a:avLst>
            </a:prstGeom>
            <a:gradFill flip="none" rotWithShape="1">
              <a:gsLst>
                <a:gs pos="0">
                  <a:srgbClr val="524EEE"/>
                </a:gs>
                <a:gs pos="50000">
                  <a:srgbClr val="30B1FE"/>
                </a:gs>
                <a:gs pos="100000">
                  <a:srgbClr val="25D498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Imagem 30" descr="Ícone&#10;&#10;Descrição gerada automaticamente">
              <a:extLst>
                <a:ext uri="{FF2B5EF4-FFF2-40B4-BE49-F238E27FC236}">
                  <a16:creationId xmlns:a16="http://schemas.microsoft.com/office/drawing/2014/main" id="{6BB889D6-8670-4956-ADE2-07A398BC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413015"/>
              <a:ext cx="252000" cy="256271"/>
            </a:xfrm>
            <a:prstGeom prst="rect">
              <a:avLst/>
            </a:prstGeom>
          </p:spPr>
        </p:pic>
        <p:pic>
          <p:nvPicPr>
            <p:cNvPr id="34" name="Imagem 33" descr="Ícone&#10;&#10;Descrição gerada automaticamente">
              <a:extLst>
                <a:ext uri="{FF2B5EF4-FFF2-40B4-BE49-F238E27FC236}">
                  <a16:creationId xmlns:a16="http://schemas.microsoft.com/office/drawing/2014/main" id="{D0EFDA94-AC1E-43CC-AE0A-B42EA97B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6182648"/>
              <a:ext cx="252000" cy="252000"/>
            </a:xfrm>
            <a:prstGeom prst="rect">
              <a:avLst/>
            </a:prstGeom>
          </p:spPr>
        </p:pic>
        <p:pic>
          <p:nvPicPr>
            <p:cNvPr id="35" name="Imagem 34" descr="Ícone&#10;&#10;Descrição gerada automaticamente">
              <a:extLst>
                <a:ext uri="{FF2B5EF4-FFF2-40B4-BE49-F238E27FC236}">
                  <a16:creationId xmlns:a16="http://schemas.microsoft.com/office/drawing/2014/main" id="{9C6CB060-A363-4479-AC2A-D8C2855C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79828"/>
              <a:ext cx="252000" cy="252000"/>
            </a:xfrm>
            <a:prstGeom prst="rect">
              <a:avLst/>
            </a:prstGeom>
          </p:spPr>
        </p:pic>
        <p:pic>
          <p:nvPicPr>
            <p:cNvPr id="37" name="Imagem 36" descr="Ícone&#10;&#10;Descrição gerada automaticamente">
              <a:extLst>
                <a:ext uri="{FF2B5EF4-FFF2-40B4-BE49-F238E27FC236}">
                  <a16:creationId xmlns:a16="http://schemas.microsoft.com/office/drawing/2014/main" id="{F1ABFDA7-CB7F-46D3-8153-DF0927EF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679" y="3010180"/>
              <a:ext cx="249840" cy="288000"/>
            </a:xfrm>
            <a:prstGeom prst="rect">
              <a:avLst/>
            </a:prstGeom>
          </p:spPr>
        </p:pic>
        <p:pic>
          <p:nvPicPr>
            <p:cNvPr id="38" name="Imagem 37" descr="Ícone&#10;&#10;Descrição gerada automaticamente">
              <a:extLst>
                <a:ext uri="{FF2B5EF4-FFF2-40B4-BE49-F238E27FC236}">
                  <a16:creationId xmlns:a16="http://schemas.microsoft.com/office/drawing/2014/main" id="{CAF52AFC-7F5A-4311-8F45-9D08992A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3639073"/>
              <a:ext cx="252000" cy="215460"/>
            </a:xfrm>
            <a:prstGeom prst="rect">
              <a:avLst/>
            </a:prstGeom>
          </p:spPr>
        </p:pic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B7ACBEA-4C0D-421C-9C82-9F65DF3399EC}"/>
                </a:ext>
              </a:extLst>
            </p:cNvPr>
            <p:cNvSpPr/>
            <p:nvPr/>
          </p:nvSpPr>
          <p:spPr>
            <a:xfrm>
              <a:off x="1553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A2F296B-BD22-4D7E-9058-FD48D8C704B9}"/>
                </a:ext>
              </a:extLst>
            </p:cNvPr>
            <p:cNvSpPr/>
            <p:nvPr/>
          </p:nvSpPr>
          <p:spPr>
            <a:xfrm>
              <a:off x="3460292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25D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B29A78B-B459-4DF1-84C9-5A651E87AD4C}"/>
                </a:ext>
              </a:extLst>
            </p:cNvPr>
            <p:cNvSpPr/>
            <p:nvPr/>
          </p:nvSpPr>
          <p:spPr>
            <a:xfrm>
              <a:off x="5366626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30B1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39" name="Imagem 38" descr="Ícone&#10;&#10;Descrição gerada automaticamente">
              <a:extLst>
                <a:ext uri="{FF2B5EF4-FFF2-40B4-BE49-F238E27FC236}">
                  <a16:creationId xmlns:a16="http://schemas.microsoft.com/office/drawing/2014/main" id="{589FEAFD-2DAF-4245-8BC6-B30F0BA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9548" y="1239787"/>
              <a:ext cx="248276" cy="216000"/>
            </a:xfrm>
            <a:prstGeom prst="rect">
              <a:avLst/>
            </a:prstGeom>
          </p:spPr>
        </p:pic>
        <p:pic>
          <p:nvPicPr>
            <p:cNvPr id="41" name="Imagem 40" descr="Ícone&#10;&#10;Descrição gerada automaticamente">
              <a:extLst>
                <a:ext uri="{FF2B5EF4-FFF2-40B4-BE49-F238E27FC236}">
                  <a16:creationId xmlns:a16="http://schemas.microsoft.com/office/drawing/2014/main" id="{22D67F16-C20A-4C0E-8A68-CFBA6883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5218" y="1239787"/>
              <a:ext cx="109080" cy="216000"/>
            </a:xfrm>
            <a:prstGeom prst="rect">
              <a:avLst/>
            </a:prstGeom>
          </p:spPr>
        </p:pic>
        <p:pic>
          <p:nvPicPr>
            <p:cNvPr id="22" name="Imagem 21" descr="Ícone&#10;&#10;Descrição gerada automaticamente">
              <a:extLst>
                <a:ext uri="{FF2B5EF4-FFF2-40B4-BE49-F238E27FC236}">
                  <a16:creationId xmlns:a16="http://schemas.microsoft.com/office/drawing/2014/main" id="{4458B19A-9BB4-4968-BB5E-C5634C92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626" y="1230787"/>
              <a:ext cx="234000" cy="234000"/>
            </a:xfrm>
            <a:prstGeom prst="rect">
              <a:avLst/>
            </a:prstGeom>
          </p:spPr>
        </p:pic>
      </p:grpSp>
      <p:grpSp>
        <p:nvGrpSpPr>
          <p:cNvPr id="3" name="Agrupar 3">
            <a:extLst>
              <a:ext uri="{FF2B5EF4-FFF2-40B4-BE49-F238E27FC236}">
                <a16:creationId xmlns:a16="http://schemas.microsoft.com/office/drawing/2014/main" id="{55487317-96A1-68BD-E698-362AAB02C56F}"/>
              </a:ext>
            </a:extLst>
          </p:cNvPr>
          <p:cNvGrpSpPr/>
          <p:nvPr/>
        </p:nvGrpSpPr>
        <p:grpSpPr>
          <a:xfrm>
            <a:off x="1430741" y="2065273"/>
            <a:ext cx="4389120" cy="4451478"/>
            <a:chOff x="1684742" y="2242506"/>
            <a:chExt cx="4389120" cy="4193792"/>
          </a:xfrm>
        </p:grpSpPr>
        <p:sp>
          <p:nvSpPr>
            <p:cNvPr id="4" name="Elipse 26">
              <a:extLst>
                <a:ext uri="{FF2B5EF4-FFF2-40B4-BE49-F238E27FC236}">
                  <a16:creationId xmlns:a16="http://schemas.microsoft.com/office/drawing/2014/main" id="{9D71AFF0-7A44-7553-CC29-40D18AB538AD}"/>
                </a:ext>
              </a:extLst>
            </p:cNvPr>
            <p:cNvSpPr/>
            <p:nvPr/>
          </p:nvSpPr>
          <p:spPr>
            <a:xfrm>
              <a:off x="3279197" y="2242506"/>
              <a:ext cx="1200209" cy="1200208"/>
            </a:xfrm>
            <a:prstGeom prst="ellipse">
              <a:avLst/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5" name="Elipse 30">
              <a:extLst>
                <a:ext uri="{FF2B5EF4-FFF2-40B4-BE49-F238E27FC236}">
                  <a16:creationId xmlns:a16="http://schemas.microsoft.com/office/drawing/2014/main" id="{159B2A45-B9B3-34E8-7A43-F58CA79414F0}"/>
                </a:ext>
              </a:extLst>
            </p:cNvPr>
            <p:cNvSpPr/>
            <p:nvPr/>
          </p:nvSpPr>
          <p:spPr>
            <a:xfrm>
              <a:off x="1842971" y="2746149"/>
              <a:ext cx="1199566" cy="1199566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6" name="Elipse 33">
              <a:extLst>
                <a:ext uri="{FF2B5EF4-FFF2-40B4-BE49-F238E27FC236}">
                  <a16:creationId xmlns:a16="http://schemas.microsoft.com/office/drawing/2014/main" id="{9ECBD8CD-4B72-A6D4-F0A1-4FD97070DB5F}"/>
                </a:ext>
              </a:extLst>
            </p:cNvPr>
            <p:cNvSpPr/>
            <p:nvPr/>
          </p:nvSpPr>
          <p:spPr>
            <a:xfrm>
              <a:off x="4715747" y="3248016"/>
              <a:ext cx="1200209" cy="1200208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7" name="Retângulo: Cantos Arredondados 34">
              <a:extLst>
                <a:ext uri="{FF2B5EF4-FFF2-40B4-BE49-F238E27FC236}">
                  <a16:creationId xmlns:a16="http://schemas.microsoft.com/office/drawing/2014/main" id="{85EB7B9C-11CD-0991-F112-C57DD5CEB2A5}"/>
                </a:ext>
              </a:extLst>
            </p:cNvPr>
            <p:cNvSpPr/>
            <p:nvPr/>
          </p:nvSpPr>
          <p:spPr>
            <a:xfrm>
              <a:off x="1684742" y="4404449"/>
              <a:ext cx="1516022" cy="2031849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1" name="Retângulo: Cantos Arredondados 36">
              <a:extLst>
                <a:ext uri="{FF2B5EF4-FFF2-40B4-BE49-F238E27FC236}">
                  <a16:creationId xmlns:a16="http://schemas.microsoft.com/office/drawing/2014/main" id="{2492A983-5051-4D39-D610-483DFCE93403}"/>
                </a:ext>
              </a:extLst>
            </p:cNvPr>
            <p:cNvSpPr/>
            <p:nvPr/>
          </p:nvSpPr>
          <p:spPr>
            <a:xfrm>
              <a:off x="4557840" y="4906638"/>
              <a:ext cx="1516022" cy="1529660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2" name="Retângulo: Cantos Arredondados 37">
              <a:extLst>
                <a:ext uri="{FF2B5EF4-FFF2-40B4-BE49-F238E27FC236}">
                  <a16:creationId xmlns:a16="http://schemas.microsoft.com/office/drawing/2014/main" id="{EC37FAA0-D8C8-D4EC-35C4-30024291CD5F}"/>
                </a:ext>
              </a:extLst>
            </p:cNvPr>
            <p:cNvSpPr/>
            <p:nvPr/>
          </p:nvSpPr>
          <p:spPr>
            <a:xfrm>
              <a:off x="3121292" y="3902260"/>
              <a:ext cx="1516022" cy="2534038"/>
            </a:xfrm>
            <a:prstGeom prst="roundRect">
              <a:avLst>
                <a:gd name="adj" fmla="val 3941"/>
              </a:avLst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3" name="Gráfico 38" descr="Troféu">
              <a:extLst>
                <a:ext uri="{FF2B5EF4-FFF2-40B4-BE49-F238E27FC236}">
                  <a16:creationId xmlns:a16="http://schemas.microsoft.com/office/drawing/2014/main" id="{33FC5395-CF10-126A-4554-BCEE7F3DB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14" name="Gráfico 40" descr="Medalha">
              <a:extLst>
                <a:ext uri="{FF2B5EF4-FFF2-40B4-BE49-F238E27FC236}">
                  <a16:creationId xmlns:a16="http://schemas.microsoft.com/office/drawing/2014/main" id="{1F2E1A78-895D-AAAE-7DCA-BAE08DF81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15" name="Gráfico 41" descr="Medalha">
              <a:extLst>
                <a:ext uri="{FF2B5EF4-FFF2-40B4-BE49-F238E27FC236}">
                  <a16:creationId xmlns:a16="http://schemas.microsoft.com/office/drawing/2014/main" id="{9674390B-A255-4658-D43F-EA4E00ACB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917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54A0A6-207D-B84A-E4C6-7830DE606C42}"/>
              </a:ext>
            </a:extLst>
          </p:cNvPr>
          <p:cNvGrpSpPr/>
          <p:nvPr/>
        </p:nvGrpSpPr>
        <p:grpSpPr>
          <a:xfrm>
            <a:off x="26535" y="0"/>
            <a:ext cx="12165465" cy="6858000"/>
            <a:chOff x="26535" y="0"/>
            <a:chExt cx="12165465" cy="6858000"/>
          </a:xfrm>
        </p:grpSpPr>
        <p:sp>
          <p:nvSpPr>
            <p:cNvPr id="32" name="Retângulo Arredondado 3">
              <a:extLst>
                <a:ext uri="{FF2B5EF4-FFF2-40B4-BE49-F238E27FC236}">
                  <a16:creationId xmlns:a16="http://schemas.microsoft.com/office/drawing/2014/main" id="{4AB1C8B1-57AF-4369-8D08-7EE28EE9684B}"/>
                </a:ext>
              </a:extLst>
            </p:cNvPr>
            <p:cNvSpPr/>
            <p:nvPr/>
          </p:nvSpPr>
          <p:spPr>
            <a:xfrm>
              <a:off x="327169" y="0"/>
              <a:ext cx="11864831" cy="6858000"/>
            </a:xfrm>
            <a:prstGeom prst="roundRect">
              <a:avLst>
                <a:gd name="adj" fmla="val 425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3" name="Retângulo Arredondado 4">
              <a:extLst>
                <a:ext uri="{FF2B5EF4-FFF2-40B4-BE49-F238E27FC236}">
                  <a16:creationId xmlns:a16="http://schemas.microsoft.com/office/drawing/2014/main" id="{360E21D8-6ECE-44F0-8069-4DB1FB6435DC}"/>
                </a:ext>
              </a:extLst>
            </p:cNvPr>
            <p:cNvSpPr/>
            <p:nvPr/>
          </p:nvSpPr>
          <p:spPr>
            <a:xfrm>
              <a:off x="1095375" y="123825"/>
              <a:ext cx="10972800" cy="6610349"/>
            </a:xfrm>
            <a:prstGeom prst="roundRect">
              <a:avLst>
                <a:gd name="adj" fmla="val 4253"/>
              </a:avLst>
            </a:prstGeom>
            <a:solidFill>
              <a:srgbClr val="720D5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tângulo Arredondado 64">
              <a:extLst>
                <a:ext uri="{FF2B5EF4-FFF2-40B4-BE49-F238E27FC236}">
                  <a16:creationId xmlns:a16="http://schemas.microsoft.com/office/drawing/2014/main" id="{7AD156D6-212A-4A03-B4D1-53076B4264B4}"/>
                </a:ext>
              </a:extLst>
            </p:cNvPr>
            <p:cNvSpPr/>
            <p:nvPr/>
          </p:nvSpPr>
          <p:spPr>
            <a:xfrm>
              <a:off x="1316006" y="857250"/>
              <a:ext cx="7494450" cy="990600"/>
            </a:xfrm>
            <a:prstGeom prst="roundRect">
              <a:avLst>
                <a:gd name="adj" fmla="val 814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B84911E-01C9-49B8-9715-660C95399B42}"/>
                </a:ext>
              </a:extLst>
            </p:cNvPr>
            <p:cNvSpPr/>
            <p:nvPr/>
          </p:nvSpPr>
          <p:spPr>
            <a:xfrm>
              <a:off x="6032849" y="2065273"/>
              <a:ext cx="4418743" cy="677334"/>
            </a:xfrm>
            <a:prstGeom prst="roundRect">
              <a:avLst>
                <a:gd name="adj" fmla="val 2971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024" name="Gráfico 1023">
              <a:extLst>
                <a:ext uri="{FF2B5EF4-FFF2-40B4-BE49-F238E27FC236}">
                  <a16:creationId xmlns:a16="http://schemas.microsoft.com/office/drawing/2014/main" id="{33A0F7E0-E23A-4247-88DE-C6B820CF10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548"/>
            <a:stretch/>
          </p:blipFill>
          <p:spPr>
            <a:xfrm>
              <a:off x="7473160" y="639827"/>
              <a:ext cx="1345355" cy="1199381"/>
            </a:xfrm>
            <a:prstGeom prst="rect">
              <a:avLst/>
            </a:prstGeom>
          </p:spPr>
        </p:pic>
        <p:sp>
          <p:nvSpPr>
            <p:cNvPr id="27" name="Retângulo Arredondado 61">
              <a:extLst>
                <a:ext uri="{FF2B5EF4-FFF2-40B4-BE49-F238E27FC236}">
                  <a16:creationId xmlns:a16="http://schemas.microsoft.com/office/drawing/2014/main" id="{D73B7E6E-BEFC-46E4-B03B-1635AC81587D}"/>
                </a:ext>
              </a:extLst>
            </p:cNvPr>
            <p:cNvSpPr/>
            <p:nvPr/>
          </p:nvSpPr>
          <p:spPr>
            <a:xfrm>
              <a:off x="26535" y="2920621"/>
              <a:ext cx="990672" cy="457200"/>
            </a:xfrm>
            <a:prstGeom prst="roundRect">
              <a:avLst>
                <a:gd name="adj" fmla="val 19202"/>
              </a:avLst>
            </a:prstGeom>
            <a:gradFill flip="none" rotWithShape="1">
              <a:gsLst>
                <a:gs pos="0">
                  <a:srgbClr val="524EEE"/>
                </a:gs>
                <a:gs pos="50000">
                  <a:srgbClr val="30B1FE"/>
                </a:gs>
                <a:gs pos="100000">
                  <a:srgbClr val="25D498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Imagem 30" descr="Ícone&#10;&#10;Descrição gerada automaticamente">
              <a:extLst>
                <a:ext uri="{FF2B5EF4-FFF2-40B4-BE49-F238E27FC236}">
                  <a16:creationId xmlns:a16="http://schemas.microsoft.com/office/drawing/2014/main" id="{6BB889D6-8670-4956-ADE2-07A398BC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413015"/>
              <a:ext cx="252000" cy="256271"/>
            </a:xfrm>
            <a:prstGeom prst="rect">
              <a:avLst/>
            </a:prstGeom>
          </p:spPr>
        </p:pic>
        <p:pic>
          <p:nvPicPr>
            <p:cNvPr id="34" name="Imagem 33" descr="Ícone&#10;&#10;Descrição gerada automaticamente">
              <a:extLst>
                <a:ext uri="{FF2B5EF4-FFF2-40B4-BE49-F238E27FC236}">
                  <a16:creationId xmlns:a16="http://schemas.microsoft.com/office/drawing/2014/main" id="{D0EFDA94-AC1E-43CC-AE0A-B42EA97B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6182648"/>
              <a:ext cx="252000" cy="252000"/>
            </a:xfrm>
            <a:prstGeom prst="rect">
              <a:avLst/>
            </a:prstGeom>
          </p:spPr>
        </p:pic>
        <p:pic>
          <p:nvPicPr>
            <p:cNvPr id="35" name="Imagem 34" descr="Ícone&#10;&#10;Descrição gerada automaticamente">
              <a:extLst>
                <a:ext uri="{FF2B5EF4-FFF2-40B4-BE49-F238E27FC236}">
                  <a16:creationId xmlns:a16="http://schemas.microsoft.com/office/drawing/2014/main" id="{9C6CB060-A363-4479-AC2A-D8C2855C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79828"/>
              <a:ext cx="252000" cy="252000"/>
            </a:xfrm>
            <a:prstGeom prst="rect">
              <a:avLst/>
            </a:prstGeom>
          </p:spPr>
        </p:pic>
        <p:pic>
          <p:nvPicPr>
            <p:cNvPr id="37" name="Imagem 36" descr="Ícone&#10;&#10;Descrição gerada automaticamente">
              <a:extLst>
                <a:ext uri="{FF2B5EF4-FFF2-40B4-BE49-F238E27FC236}">
                  <a16:creationId xmlns:a16="http://schemas.microsoft.com/office/drawing/2014/main" id="{F1ABFDA7-CB7F-46D3-8153-DF0927EF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679" y="3010180"/>
              <a:ext cx="249840" cy="288000"/>
            </a:xfrm>
            <a:prstGeom prst="rect">
              <a:avLst/>
            </a:prstGeom>
          </p:spPr>
        </p:pic>
        <p:pic>
          <p:nvPicPr>
            <p:cNvPr id="38" name="Imagem 37" descr="Ícone&#10;&#10;Descrição gerada automaticamente">
              <a:extLst>
                <a:ext uri="{FF2B5EF4-FFF2-40B4-BE49-F238E27FC236}">
                  <a16:creationId xmlns:a16="http://schemas.microsoft.com/office/drawing/2014/main" id="{CAF52AFC-7F5A-4311-8F45-9D08992A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3639073"/>
              <a:ext cx="252000" cy="215460"/>
            </a:xfrm>
            <a:prstGeom prst="rect">
              <a:avLst/>
            </a:prstGeom>
          </p:spPr>
        </p:pic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B7ACBEA-4C0D-421C-9C82-9F65DF3399EC}"/>
                </a:ext>
              </a:extLst>
            </p:cNvPr>
            <p:cNvSpPr/>
            <p:nvPr/>
          </p:nvSpPr>
          <p:spPr>
            <a:xfrm>
              <a:off x="1553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E304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A2F296B-BD22-4D7E-9058-FD48D8C704B9}"/>
                </a:ext>
              </a:extLst>
            </p:cNvPr>
            <p:cNvSpPr/>
            <p:nvPr/>
          </p:nvSpPr>
          <p:spPr>
            <a:xfrm>
              <a:off x="3460292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E304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B29A78B-B459-4DF1-84C9-5A651E87AD4C}"/>
                </a:ext>
              </a:extLst>
            </p:cNvPr>
            <p:cNvSpPr/>
            <p:nvPr/>
          </p:nvSpPr>
          <p:spPr>
            <a:xfrm>
              <a:off x="5366626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E304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39" name="Imagem 38" descr="Ícone&#10;&#10;Descrição gerada automaticamente">
              <a:extLst>
                <a:ext uri="{FF2B5EF4-FFF2-40B4-BE49-F238E27FC236}">
                  <a16:creationId xmlns:a16="http://schemas.microsoft.com/office/drawing/2014/main" id="{589FEAFD-2DAF-4245-8BC6-B30F0BA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9548" y="1239787"/>
              <a:ext cx="248276" cy="216000"/>
            </a:xfrm>
            <a:prstGeom prst="rect">
              <a:avLst/>
            </a:prstGeom>
          </p:spPr>
        </p:pic>
        <p:pic>
          <p:nvPicPr>
            <p:cNvPr id="41" name="Imagem 40" descr="Ícone&#10;&#10;Descrição gerada automaticamente">
              <a:extLst>
                <a:ext uri="{FF2B5EF4-FFF2-40B4-BE49-F238E27FC236}">
                  <a16:creationId xmlns:a16="http://schemas.microsoft.com/office/drawing/2014/main" id="{22D67F16-C20A-4C0E-8A68-CFBA6883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5218" y="1239787"/>
              <a:ext cx="109080" cy="216000"/>
            </a:xfrm>
            <a:prstGeom prst="rect">
              <a:avLst/>
            </a:prstGeom>
          </p:spPr>
        </p:pic>
        <p:pic>
          <p:nvPicPr>
            <p:cNvPr id="22" name="Imagem 21" descr="Ícone&#10;&#10;Descrição gerada automaticamente">
              <a:extLst>
                <a:ext uri="{FF2B5EF4-FFF2-40B4-BE49-F238E27FC236}">
                  <a16:creationId xmlns:a16="http://schemas.microsoft.com/office/drawing/2014/main" id="{4458B19A-9BB4-4968-BB5E-C5634C92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626" y="1230787"/>
              <a:ext cx="234000" cy="234000"/>
            </a:xfrm>
            <a:prstGeom prst="rect">
              <a:avLst/>
            </a:prstGeom>
          </p:spPr>
        </p:pic>
      </p:grpSp>
      <p:grpSp>
        <p:nvGrpSpPr>
          <p:cNvPr id="3" name="Agrupar 3">
            <a:extLst>
              <a:ext uri="{FF2B5EF4-FFF2-40B4-BE49-F238E27FC236}">
                <a16:creationId xmlns:a16="http://schemas.microsoft.com/office/drawing/2014/main" id="{55487317-96A1-68BD-E698-362AAB02C56F}"/>
              </a:ext>
            </a:extLst>
          </p:cNvPr>
          <p:cNvGrpSpPr/>
          <p:nvPr/>
        </p:nvGrpSpPr>
        <p:grpSpPr>
          <a:xfrm>
            <a:off x="1430741" y="2065273"/>
            <a:ext cx="4389120" cy="4451478"/>
            <a:chOff x="1684742" y="2242506"/>
            <a:chExt cx="4389120" cy="4193792"/>
          </a:xfrm>
        </p:grpSpPr>
        <p:sp>
          <p:nvSpPr>
            <p:cNvPr id="4" name="Elipse 26">
              <a:extLst>
                <a:ext uri="{FF2B5EF4-FFF2-40B4-BE49-F238E27FC236}">
                  <a16:creationId xmlns:a16="http://schemas.microsoft.com/office/drawing/2014/main" id="{9D71AFF0-7A44-7553-CC29-40D18AB538AD}"/>
                </a:ext>
              </a:extLst>
            </p:cNvPr>
            <p:cNvSpPr/>
            <p:nvPr/>
          </p:nvSpPr>
          <p:spPr>
            <a:xfrm>
              <a:off x="3279197" y="2242506"/>
              <a:ext cx="1200209" cy="1200208"/>
            </a:xfrm>
            <a:prstGeom prst="ellipse">
              <a:avLst/>
            </a:prstGeom>
            <a:solidFill>
              <a:srgbClr val="0D72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5" name="Elipse 30">
              <a:extLst>
                <a:ext uri="{FF2B5EF4-FFF2-40B4-BE49-F238E27FC236}">
                  <a16:creationId xmlns:a16="http://schemas.microsoft.com/office/drawing/2014/main" id="{159B2A45-B9B3-34E8-7A43-F58CA79414F0}"/>
                </a:ext>
              </a:extLst>
            </p:cNvPr>
            <p:cNvSpPr/>
            <p:nvPr/>
          </p:nvSpPr>
          <p:spPr>
            <a:xfrm>
              <a:off x="1842971" y="2746149"/>
              <a:ext cx="1199566" cy="1199566"/>
            </a:xfrm>
            <a:prstGeom prst="ellipse">
              <a:avLst/>
            </a:prstGeom>
            <a:solidFill>
              <a:srgbClr val="279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6" name="Elipse 33">
              <a:extLst>
                <a:ext uri="{FF2B5EF4-FFF2-40B4-BE49-F238E27FC236}">
                  <a16:creationId xmlns:a16="http://schemas.microsoft.com/office/drawing/2014/main" id="{9ECBD8CD-4B72-A6D4-F0A1-4FD97070DB5F}"/>
                </a:ext>
              </a:extLst>
            </p:cNvPr>
            <p:cNvSpPr/>
            <p:nvPr/>
          </p:nvSpPr>
          <p:spPr>
            <a:xfrm>
              <a:off x="4715747" y="3248016"/>
              <a:ext cx="1200209" cy="1200208"/>
            </a:xfrm>
            <a:prstGeom prst="ellipse">
              <a:avLst/>
            </a:prstGeom>
            <a:solidFill>
              <a:srgbClr val="540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7" name="Retângulo: Cantos Arredondados 34">
              <a:extLst>
                <a:ext uri="{FF2B5EF4-FFF2-40B4-BE49-F238E27FC236}">
                  <a16:creationId xmlns:a16="http://schemas.microsoft.com/office/drawing/2014/main" id="{85EB7B9C-11CD-0991-F112-C57DD5CEB2A5}"/>
                </a:ext>
              </a:extLst>
            </p:cNvPr>
            <p:cNvSpPr/>
            <p:nvPr/>
          </p:nvSpPr>
          <p:spPr>
            <a:xfrm>
              <a:off x="1684742" y="4404449"/>
              <a:ext cx="1516022" cy="2031849"/>
            </a:xfrm>
            <a:prstGeom prst="roundRect">
              <a:avLst>
                <a:gd name="adj" fmla="val 3941"/>
              </a:avLst>
            </a:prstGeom>
            <a:solidFill>
              <a:srgbClr val="279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/>
                <a:t>///////////</a:t>
              </a:r>
            </a:p>
          </p:txBody>
        </p:sp>
        <p:sp>
          <p:nvSpPr>
            <p:cNvPr id="11" name="Retângulo: Cantos Arredondados 36">
              <a:extLst>
                <a:ext uri="{FF2B5EF4-FFF2-40B4-BE49-F238E27FC236}">
                  <a16:creationId xmlns:a16="http://schemas.microsoft.com/office/drawing/2014/main" id="{2492A983-5051-4D39-D610-483DFCE93403}"/>
                </a:ext>
              </a:extLst>
            </p:cNvPr>
            <p:cNvSpPr/>
            <p:nvPr/>
          </p:nvSpPr>
          <p:spPr>
            <a:xfrm>
              <a:off x="4557840" y="4906638"/>
              <a:ext cx="1516022" cy="1529660"/>
            </a:xfrm>
            <a:prstGeom prst="roundRect">
              <a:avLst>
                <a:gd name="adj" fmla="val 3941"/>
              </a:avLst>
            </a:prstGeom>
            <a:solidFill>
              <a:srgbClr val="540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2" name="Retângulo: Cantos Arredondados 37">
              <a:extLst>
                <a:ext uri="{FF2B5EF4-FFF2-40B4-BE49-F238E27FC236}">
                  <a16:creationId xmlns:a16="http://schemas.microsoft.com/office/drawing/2014/main" id="{EC37FAA0-D8C8-D4EC-35C4-30024291CD5F}"/>
                </a:ext>
              </a:extLst>
            </p:cNvPr>
            <p:cNvSpPr/>
            <p:nvPr/>
          </p:nvSpPr>
          <p:spPr>
            <a:xfrm>
              <a:off x="3121292" y="3902260"/>
              <a:ext cx="1516022" cy="2534038"/>
            </a:xfrm>
            <a:prstGeom prst="roundRect">
              <a:avLst>
                <a:gd name="adj" fmla="val 3941"/>
              </a:avLst>
            </a:prstGeom>
            <a:solidFill>
              <a:srgbClr val="0D72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3" name="Gráfico 38" descr="Troféu">
              <a:extLst>
                <a:ext uri="{FF2B5EF4-FFF2-40B4-BE49-F238E27FC236}">
                  <a16:creationId xmlns:a16="http://schemas.microsoft.com/office/drawing/2014/main" id="{33FC5395-CF10-126A-4554-BCEE7F3DB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14" name="Gráfico 40" descr="Medalha">
              <a:extLst>
                <a:ext uri="{FF2B5EF4-FFF2-40B4-BE49-F238E27FC236}">
                  <a16:creationId xmlns:a16="http://schemas.microsoft.com/office/drawing/2014/main" id="{1F2E1A78-895D-AAAE-7DCA-BAE08DF81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15" name="Gráfico 41" descr="Medalha">
              <a:extLst>
                <a:ext uri="{FF2B5EF4-FFF2-40B4-BE49-F238E27FC236}">
                  <a16:creationId xmlns:a16="http://schemas.microsoft.com/office/drawing/2014/main" id="{9674390B-A255-4658-D43F-EA4E00ACB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C74156D-5E4F-91C2-C8E5-327166A65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7467"/>
            <a:ext cx="4178808" cy="5018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Crane Purple 800: 5d1049</a:t>
            </a:r>
          </a:p>
        </p:txBody>
      </p:sp>
      <p:sp>
        <p:nvSpPr>
          <p:cNvPr id="18" name="Retângulo: Cantos Arredondados 7">
            <a:extLst>
              <a:ext uri="{FF2B5EF4-FFF2-40B4-BE49-F238E27FC236}">
                <a16:creationId xmlns:a16="http://schemas.microsoft.com/office/drawing/2014/main" id="{1088A955-F390-1BC9-2223-68B48884247F}"/>
              </a:ext>
            </a:extLst>
          </p:cNvPr>
          <p:cNvSpPr/>
          <p:nvPr/>
        </p:nvSpPr>
        <p:spPr>
          <a:xfrm>
            <a:off x="6032848" y="3013545"/>
            <a:ext cx="4418743" cy="677334"/>
          </a:xfrm>
          <a:prstGeom prst="roundRect">
            <a:avLst>
              <a:gd name="adj" fmla="val 2971"/>
            </a:avLst>
          </a:prstGeom>
          <a:solidFill>
            <a:srgbClr val="4E0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Crane Purple 900: 4e0d3a</a:t>
            </a:r>
          </a:p>
        </p:txBody>
      </p:sp>
      <p:sp>
        <p:nvSpPr>
          <p:cNvPr id="19" name="Retângulo: Cantos Arredondados 7">
            <a:extLst>
              <a:ext uri="{FF2B5EF4-FFF2-40B4-BE49-F238E27FC236}">
                <a16:creationId xmlns:a16="http://schemas.microsoft.com/office/drawing/2014/main" id="{7A4E27E2-D495-2ABA-6CA8-8668AA5F8425}"/>
              </a:ext>
            </a:extLst>
          </p:cNvPr>
          <p:cNvSpPr/>
          <p:nvPr/>
        </p:nvSpPr>
        <p:spPr>
          <a:xfrm>
            <a:off x="6016372" y="3879220"/>
            <a:ext cx="4418743" cy="677334"/>
          </a:xfrm>
          <a:prstGeom prst="roundRect">
            <a:avLst>
              <a:gd name="adj" fmla="val 2971"/>
            </a:avLst>
          </a:prstGeom>
          <a:solidFill>
            <a:srgbClr val="720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Crane Purple 700: 720d5d</a:t>
            </a:r>
          </a:p>
        </p:txBody>
      </p:sp>
      <p:sp>
        <p:nvSpPr>
          <p:cNvPr id="20" name="Retângulo: Cantos Arredondados 7">
            <a:extLst>
              <a:ext uri="{FF2B5EF4-FFF2-40B4-BE49-F238E27FC236}">
                <a16:creationId xmlns:a16="http://schemas.microsoft.com/office/drawing/2014/main" id="{0B43B8BC-1F91-18F5-97C0-5BCBA0F97FB1}"/>
              </a:ext>
            </a:extLst>
          </p:cNvPr>
          <p:cNvSpPr/>
          <p:nvPr/>
        </p:nvSpPr>
        <p:spPr>
          <a:xfrm>
            <a:off x="6012515" y="4744895"/>
            <a:ext cx="4418743" cy="677334"/>
          </a:xfrm>
          <a:prstGeom prst="roundRect">
            <a:avLst>
              <a:gd name="adj" fmla="val 2971"/>
            </a:avLst>
          </a:prstGeom>
          <a:solidFill>
            <a:srgbClr val="E30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Crane Purple 700: e30425</a:t>
            </a:r>
          </a:p>
        </p:txBody>
      </p:sp>
    </p:spTree>
    <p:extLst>
      <p:ext uri="{BB962C8B-B14F-4D97-AF65-F5344CB8AC3E}">
        <p14:creationId xmlns:p14="http://schemas.microsoft.com/office/powerpoint/2010/main" val="106620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54A0A6-207D-B84A-E4C6-7830DE606C42}"/>
              </a:ext>
            </a:extLst>
          </p:cNvPr>
          <p:cNvGrpSpPr/>
          <p:nvPr/>
        </p:nvGrpSpPr>
        <p:grpSpPr>
          <a:xfrm>
            <a:off x="26535" y="0"/>
            <a:ext cx="12165465" cy="6858000"/>
            <a:chOff x="26535" y="0"/>
            <a:chExt cx="12165465" cy="6858000"/>
          </a:xfrm>
        </p:grpSpPr>
        <p:sp>
          <p:nvSpPr>
            <p:cNvPr id="32" name="Retângulo Arredondado 3">
              <a:extLst>
                <a:ext uri="{FF2B5EF4-FFF2-40B4-BE49-F238E27FC236}">
                  <a16:creationId xmlns:a16="http://schemas.microsoft.com/office/drawing/2014/main" id="{4AB1C8B1-57AF-4369-8D08-7EE28EE9684B}"/>
                </a:ext>
              </a:extLst>
            </p:cNvPr>
            <p:cNvSpPr/>
            <p:nvPr/>
          </p:nvSpPr>
          <p:spPr>
            <a:xfrm>
              <a:off x="327169" y="0"/>
              <a:ext cx="11864831" cy="6858000"/>
            </a:xfrm>
            <a:prstGeom prst="roundRect">
              <a:avLst>
                <a:gd name="adj" fmla="val 425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3" name="Retângulo Arredondado 4">
              <a:extLst>
                <a:ext uri="{FF2B5EF4-FFF2-40B4-BE49-F238E27FC236}">
                  <a16:creationId xmlns:a16="http://schemas.microsoft.com/office/drawing/2014/main" id="{360E21D8-6ECE-44F0-8069-4DB1FB6435DC}"/>
                </a:ext>
              </a:extLst>
            </p:cNvPr>
            <p:cNvSpPr/>
            <p:nvPr/>
          </p:nvSpPr>
          <p:spPr>
            <a:xfrm>
              <a:off x="1095375" y="123825"/>
              <a:ext cx="10972800" cy="6610349"/>
            </a:xfrm>
            <a:prstGeom prst="roundRect">
              <a:avLst>
                <a:gd name="adj" fmla="val 4253"/>
              </a:avLst>
            </a:prstGeom>
            <a:solidFill>
              <a:srgbClr val="720D5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tângulo Arredondado 64">
              <a:extLst>
                <a:ext uri="{FF2B5EF4-FFF2-40B4-BE49-F238E27FC236}">
                  <a16:creationId xmlns:a16="http://schemas.microsoft.com/office/drawing/2014/main" id="{7AD156D6-212A-4A03-B4D1-53076B4264B4}"/>
                </a:ext>
              </a:extLst>
            </p:cNvPr>
            <p:cNvSpPr/>
            <p:nvPr/>
          </p:nvSpPr>
          <p:spPr>
            <a:xfrm>
              <a:off x="1316006" y="857250"/>
              <a:ext cx="7494450" cy="990600"/>
            </a:xfrm>
            <a:prstGeom prst="roundRect">
              <a:avLst>
                <a:gd name="adj" fmla="val 814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1024" name="Gráfico 1023">
              <a:extLst>
                <a:ext uri="{FF2B5EF4-FFF2-40B4-BE49-F238E27FC236}">
                  <a16:creationId xmlns:a16="http://schemas.microsoft.com/office/drawing/2014/main" id="{33A0F7E0-E23A-4247-88DE-C6B820CF10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548"/>
            <a:stretch/>
          </p:blipFill>
          <p:spPr>
            <a:xfrm>
              <a:off x="7473160" y="639827"/>
              <a:ext cx="1345355" cy="1199381"/>
            </a:xfrm>
            <a:prstGeom prst="rect">
              <a:avLst/>
            </a:prstGeom>
          </p:spPr>
        </p:pic>
        <p:sp>
          <p:nvSpPr>
            <p:cNvPr id="27" name="Retângulo Arredondado 61">
              <a:extLst>
                <a:ext uri="{FF2B5EF4-FFF2-40B4-BE49-F238E27FC236}">
                  <a16:creationId xmlns:a16="http://schemas.microsoft.com/office/drawing/2014/main" id="{D73B7E6E-BEFC-46E4-B03B-1635AC81587D}"/>
                </a:ext>
              </a:extLst>
            </p:cNvPr>
            <p:cNvSpPr/>
            <p:nvPr/>
          </p:nvSpPr>
          <p:spPr>
            <a:xfrm>
              <a:off x="26535" y="3490833"/>
              <a:ext cx="990672" cy="457200"/>
            </a:xfrm>
            <a:prstGeom prst="roundRect">
              <a:avLst>
                <a:gd name="adj" fmla="val 19202"/>
              </a:avLst>
            </a:prstGeom>
            <a:gradFill flip="none" rotWithShape="1">
              <a:gsLst>
                <a:gs pos="90000">
                  <a:srgbClr val="0D7221"/>
                </a:gs>
                <a:gs pos="0">
                  <a:srgbClr val="FF0000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31" name="Imagem 30" descr="Ícone&#10;&#10;Descrição gerada automaticamente">
              <a:extLst>
                <a:ext uri="{FF2B5EF4-FFF2-40B4-BE49-F238E27FC236}">
                  <a16:creationId xmlns:a16="http://schemas.microsoft.com/office/drawing/2014/main" id="{6BB889D6-8670-4956-ADE2-07A398BC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413015"/>
              <a:ext cx="252000" cy="256271"/>
            </a:xfrm>
            <a:prstGeom prst="rect">
              <a:avLst/>
            </a:prstGeom>
          </p:spPr>
        </p:pic>
        <p:pic>
          <p:nvPicPr>
            <p:cNvPr id="34" name="Imagem 33" descr="Ícone&#10;&#10;Descrição gerada automaticamente">
              <a:extLst>
                <a:ext uri="{FF2B5EF4-FFF2-40B4-BE49-F238E27FC236}">
                  <a16:creationId xmlns:a16="http://schemas.microsoft.com/office/drawing/2014/main" id="{D0EFDA94-AC1E-43CC-AE0A-B42EA97B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6182648"/>
              <a:ext cx="252000" cy="252000"/>
            </a:xfrm>
            <a:prstGeom prst="rect">
              <a:avLst/>
            </a:prstGeom>
          </p:spPr>
        </p:pic>
        <p:pic>
          <p:nvPicPr>
            <p:cNvPr id="35" name="Imagem 34" descr="Ícone&#10;&#10;Descrição gerada automaticamente">
              <a:extLst>
                <a:ext uri="{FF2B5EF4-FFF2-40B4-BE49-F238E27FC236}">
                  <a16:creationId xmlns:a16="http://schemas.microsoft.com/office/drawing/2014/main" id="{9C6CB060-A363-4479-AC2A-D8C2855C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79828"/>
              <a:ext cx="252000" cy="252000"/>
            </a:xfrm>
            <a:prstGeom prst="rect">
              <a:avLst/>
            </a:prstGeom>
          </p:spPr>
        </p:pic>
        <p:pic>
          <p:nvPicPr>
            <p:cNvPr id="38" name="Imagem 37" descr="Ícone&#10;&#10;Descrição gerada automaticamente">
              <a:extLst>
                <a:ext uri="{FF2B5EF4-FFF2-40B4-BE49-F238E27FC236}">
                  <a16:creationId xmlns:a16="http://schemas.microsoft.com/office/drawing/2014/main" id="{CAF52AFC-7F5A-4311-8F45-9D08992A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3639073"/>
              <a:ext cx="252000" cy="215460"/>
            </a:xfrm>
            <a:prstGeom prst="rect">
              <a:avLst/>
            </a:prstGeom>
          </p:spPr>
        </p:pic>
        <p:pic>
          <p:nvPicPr>
            <p:cNvPr id="37" name="Imagem 36" descr="Ícone&#10;&#10;Descrição gerada automaticamente">
              <a:extLst>
                <a:ext uri="{FF2B5EF4-FFF2-40B4-BE49-F238E27FC236}">
                  <a16:creationId xmlns:a16="http://schemas.microsoft.com/office/drawing/2014/main" id="{F1ABFDA7-CB7F-46D3-8153-DF0927EF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679" y="3010180"/>
              <a:ext cx="249840" cy="288000"/>
            </a:xfrm>
            <a:prstGeom prst="rect">
              <a:avLst/>
            </a:prstGeom>
          </p:spPr>
        </p:pic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B7ACBEA-4C0D-421C-9C82-9F65DF3399EC}"/>
                </a:ext>
              </a:extLst>
            </p:cNvPr>
            <p:cNvSpPr/>
            <p:nvPr/>
          </p:nvSpPr>
          <p:spPr>
            <a:xfrm>
              <a:off x="1553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279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A2F296B-BD22-4D7E-9058-FD48D8C704B9}"/>
                </a:ext>
              </a:extLst>
            </p:cNvPr>
            <p:cNvSpPr/>
            <p:nvPr/>
          </p:nvSpPr>
          <p:spPr>
            <a:xfrm>
              <a:off x="3505117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9D23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B29A78B-B459-4DF1-84C9-5A651E87AD4C}"/>
                </a:ext>
              </a:extLst>
            </p:cNvPr>
            <p:cNvSpPr/>
            <p:nvPr/>
          </p:nvSpPr>
          <p:spPr>
            <a:xfrm>
              <a:off x="5411451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D70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39" name="Imagem 38" descr="Ícone&#10;&#10;Descrição gerada automaticamente">
              <a:extLst>
                <a:ext uri="{FF2B5EF4-FFF2-40B4-BE49-F238E27FC236}">
                  <a16:creationId xmlns:a16="http://schemas.microsoft.com/office/drawing/2014/main" id="{589FEAFD-2DAF-4245-8BC6-B30F0BA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4373" y="1239787"/>
              <a:ext cx="248276" cy="216000"/>
            </a:xfrm>
            <a:prstGeom prst="rect">
              <a:avLst/>
            </a:prstGeom>
          </p:spPr>
        </p:pic>
        <p:pic>
          <p:nvPicPr>
            <p:cNvPr id="41" name="Imagem 40" descr="Ícone&#10;&#10;Descrição gerada automaticamente">
              <a:extLst>
                <a:ext uri="{FF2B5EF4-FFF2-40B4-BE49-F238E27FC236}">
                  <a16:creationId xmlns:a16="http://schemas.microsoft.com/office/drawing/2014/main" id="{22D67F16-C20A-4C0E-8A68-CFBA6883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5218" y="1239787"/>
              <a:ext cx="109080" cy="216000"/>
            </a:xfrm>
            <a:prstGeom prst="rect">
              <a:avLst/>
            </a:prstGeom>
          </p:spPr>
        </p:pic>
        <p:pic>
          <p:nvPicPr>
            <p:cNvPr id="22" name="Imagem 21" descr="Ícone&#10;&#10;Descrição gerada automaticamente">
              <a:extLst>
                <a:ext uri="{FF2B5EF4-FFF2-40B4-BE49-F238E27FC236}">
                  <a16:creationId xmlns:a16="http://schemas.microsoft.com/office/drawing/2014/main" id="{4458B19A-9BB4-4968-BB5E-C5634C92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2451" y="1230787"/>
              <a:ext cx="234000" cy="234000"/>
            </a:xfrm>
            <a:prstGeom prst="rect">
              <a:avLst/>
            </a:prstGeom>
          </p:spPr>
        </p:pic>
      </p:grpSp>
      <p:grpSp>
        <p:nvGrpSpPr>
          <p:cNvPr id="3" name="Agrupar 3">
            <a:extLst>
              <a:ext uri="{FF2B5EF4-FFF2-40B4-BE49-F238E27FC236}">
                <a16:creationId xmlns:a16="http://schemas.microsoft.com/office/drawing/2014/main" id="{55487317-96A1-68BD-E698-362AAB02C56F}"/>
              </a:ext>
            </a:extLst>
          </p:cNvPr>
          <p:cNvGrpSpPr/>
          <p:nvPr/>
        </p:nvGrpSpPr>
        <p:grpSpPr>
          <a:xfrm>
            <a:off x="1430741" y="2065273"/>
            <a:ext cx="4389120" cy="4451478"/>
            <a:chOff x="1684742" y="2242506"/>
            <a:chExt cx="4389120" cy="4193792"/>
          </a:xfrm>
        </p:grpSpPr>
        <p:sp>
          <p:nvSpPr>
            <p:cNvPr id="4" name="Elipse 26">
              <a:extLst>
                <a:ext uri="{FF2B5EF4-FFF2-40B4-BE49-F238E27FC236}">
                  <a16:creationId xmlns:a16="http://schemas.microsoft.com/office/drawing/2014/main" id="{9D71AFF0-7A44-7553-CC29-40D18AB538AD}"/>
                </a:ext>
              </a:extLst>
            </p:cNvPr>
            <p:cNvSpPr/>
            <p:nvPr/>
          </p:nvSpPr>
          <p:spPr>
            <a:xfrm>
              <a:off x="3279197" y="2242506"/>
              <a:ext cx="1200209" cy="1200208"/>
            </a:xfrm>
            <a:prstGeom prst="ellipse">
              <a:avLst/>
            </a:prstGeom>
            <a:solidFill>
              <a:srgbClr val="0D72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5" name="Elipse 30">
              <a:extLst>
                <a:ext uri="{FF2B5EF4-FFF2-40B4-BE49-F238E27FC236}">
                  <a16:creationId xmlns:a16="http://schemas.microsoft.com/office/drawing/2014/main" id="{159B2A45-B9B3-34E8-7A43-F58CA79414F0}"/>
                </a:ext>
              </a:extLst>
            </p:cNvPr>
            <p:cNvSpPr/>
            <p:nvPr/>
          </p:nvSpPr>
          <p:spPr>
            <a:xfrm>
              <a:off x="1842971" y="2746149"/>
              <a:ext cx="1199566" cy="1199566"/>
            </a:xfrm>
            <a:prstGeom prst="ellipse">
              <a:avLst/>
            </a:prstGeom>
            <a:solidFill>
              <a:srgbClr val="540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6" name="Elipse 33">
              <a:extLst>
                <a:ext uri="{FF2B5EF4-FFF2-40B4-BE49-F238E27FC236}">
                  <a16:creationId xmlns:a16="http://schemas.microsoft.com/office/drawing/2014/main" id="{9ECBD8CD-4B72-A6D4-F0A1-4FD97070DB5F}"/>
                </a:ext>
              </a:extLst>
            </p:cNvPr>
            <p:cNvSpPr/>
            <p:nvPr/>
          </p:nvSpPr>
          <p:spPr>
            <a:xfrm>
              <a:off x="4715747" y="3248016"/>
              <a:ext cx="1200209" cy="1200208"/>
            </a:xfrm>
            <a:prstGeom prst="ellipse">
              <a:avLst/>
            </a:prstGeom>
            <a:solidFill>
              <a:srgbClr val="540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7" name="Retângulo: Cantos Arredondados 34">
              <a:extLst>
                <a:ext uri="{FF2B5EF4-FFF2-40B4-BE49-F238E27FC236}">
                  <a16:creationId xmlns:a16="http://schemas.microsoft.com/office/drawing/2014/main" id="{85EB7B9C-11CD-0991-F112-C57DD5CEB2A5}"/>
                </a:ext>
              </a:extLst>
            </p:cNvPr>
            <p:cNvSpPr/>
            <p:nvPr/>
          </p:nvSpPr>
          <p:spPr>
            <a:xfrm>
              <a:off x="1684742" y="4404449"/>
              <a:ext cx="1516022" cy="2031849"/>
            </a:xfrm>
            <a:prstGeom prst="roundRect">
              <a:avLst>
                <a:gd name="adj" fmla="val 3941"/>
              </a:avLst>
            </a:prstGeom>
            <a:solidFill>
              <a:srgbClr val="540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1" name="Retângulo: Cantos Arredondados 36">
              <a:extLst>
                <a:ext uri="{FF2B5EF4-FFF2-40B4-BE49-F238E27FC236}">
                  <a16:creationId xmlns:a16="http://schemas.microsoft.com/office/drawing/2014/main" id="{2492A983-5051-4D39-D610-483DFCE93403}"/>
                </a:ext>
              </a:extLst>
            </p:cNvPr>
            <p:cNvSpPr/>
            <p:nvPr/>
          </p:nvSpPr>
          <p:spPr>
            <a:xfrm>
              <a:off x="4557840" y="4906638"/>
              <a:ext cx="1516022" cy="1529660"/>
            </a:xfrm>
            <a:prstGeom prst="roundRect">
              <a:avLst>
                <a:gd name="adj" fmla="val 3941"/>
              </a:avLst>
            </a:prstGeom>
            <a:solidFill>
              <a:srgbClr val="540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2" name="Retângulo: Cantos Arredondados 37">
              <a:extLst>
                <a:ext uri="{FF2B5EF4-FFF2-40B4-BE49-F238E27FC236}">
                  <a16:creationId xmlns:a16="http://schemas.microsoft.com/office/drawing/2014/main" id="{EC37FAA0-D8C8-D4EC-35C4-30024291CD5F}"/>
                </a:ext>
              </a:extLst>
            </p:cNvPr>
            <p:cNvSpPr/>
            <p:nvPr/>
          </p:nvSpPr>
          <p:spPr>
            <a:xfrm>
              <a:off x="3121292" y="3902260"/>
              <a:ext cx="1516022" cy="2534038"/>
            </a:xfrm>
            <a:prstGeom prst="roundRect">
              <a:avLst>
                <a:gd name="adj" fmla="val 3941"/>
              </a:avLst>
            </a:prstGeom>
            <a:solidFill>
              <a:srgbClr val="0D72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3" name="Gráfico 38" descr="Troféu">
              <a:extLst>
                <a:ext uri="{FF2B5EF4-FFF2-40B4-BE49-F238E27FC236}">
                  <a16:creationId xmlns:a16="http://schemas.microsoft.com/office/drawing/2014/main" id="{33FC5395-CF10-126A-4554-BCEE7F3DB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14" name="Gráfico 40" descr="Medalha">
              <a:extLst>
                <a:ext uri="{FF2B5EF4-FFF2-40B4-BE49-F238E27FC236}">
                  <a16:creationId xmlns:a16="http://schemas.microsoft.com/office/drawing/2014/main" id="{1F2E1A78-895D-AAAE-7DCA-BAE08DF81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15" name="Gráfico 41" descr="Medalha">
              <a:extLst>
                <a:ext uri="{FF2B5EF4-FFF2-40B4-BE49-F238E27FC236}">
                  <a16:creationId xmlns:a16="http://schemas.microsoft.com/office/drawing/2014/main" id="{9674390B-A255-4658-D43F-EA4E00ACB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  <p:sp>
        <p:nvSpPr>
          <p:cNvPr id="16" name="Retângulo: Cantos Arredondados 7">
            <a:extLst>
              <a:ext uri="{FF2B5EF4-FFF2-40B4-BE49-F238E27FC236}">
                <a16:creationId xmlns:a16="http://schemas.microsoft.com/office/drawing/2014/main" id="{766F4AEF-4806-DEFA-0B25-7D70E58070DA}"/>
              </a:ext>
            </a:extLst>
          </p:cNvPr>
          <p:cNvSpPr/>
          <p:nvPr/>
        </p:nvSpPr>
        <p:spPr>
          <a:xfrm>
            <a:off x="6032849" y="2065273"/>
            <a:ext cx="5801529" cy="4451478"/>
          </a:xfrm>
          <a:prstGeom prst="roundRect">
            <a:avLst>
              <a:gd name="adj" fmla="val 2971"/>
            </a:avLst>
          </a:prstGeom>
          <a:solidFill>
            <a:srgbClr val="5D1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7E05195F-3996-E217-B769-66F6AE458E3B}"/>
              </a:ext>
            </a:extLst>
          </p:cNvPr>
          <p:cNvSpPr/>
          <p:nvPr/>
        </p:nvSpPr>
        <p:spPr>
          <a:xfrm>
            <a:off x="8970824" y="341250"/>
            <a:ext cx="2863554" cy="1600198"/>
          </a:xfrm>
          <a:prstGeom prst="roundRect">
            <a:avLst>
              <a:gd name="adj" fmla="val 2971"/>
            </a:avLst>
          </a:prstGeom>
          <a:solidFill>
            <a:srgbClr val="5D1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8485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54A0A6-207D-B84A-E4C6-7830DE606C42}"/>
              </a:ext>
            </a:extLst>
          </p:cNvPr>
          <p:cNvGrpSpPr/>
          <p:nvPr/>
        </p:nvGrpSpPr>
        <p:grpSpPr>
          <a:xfrm>
            <a:off x="26535" y="0"/>
            <a:ext cx="12165465" cy="6858000"/>
            <a:chOff x="26535" y="0"/>
            <a:chExt cx="12165465" cy="6858000"/>
          </a:xfrm>
        </p:grpSpPr>
        <p:sp>
          <p:nvSpPr>
            <p:cNvPr id="32" name="Retângulo Arredondado 3">
              <a:extLst>
                <a:ext uri="{FF2B5EF4-FFF2-40B4-BE49-F238E27FC236}">
                  <a16:creationId xmlns:a16="http://schemas.microsoft.com/office/drawing/2014/main" id="{4AB1C8B1-57AF-4369-8D08-7EE28EE9684B}"/>
                </a:ext>
              </a:extLst>
            </p:cNvPr>
            <p:cNvSpPr/>
            <p:nvPr/>
          </p:nvSpPr>
          <p:spPr>
            <a:xfrm>
              <a:off x="327169" y="0"/>
              <a:ext cx="11864831" cy="6858000"/>
            </a:xfrm>
            <a:prstGeom prst="roundRect">
              <a:avLst>
                <a:gd name="adj" fmla="val 4253"/>
              </a:avLst>
            </a:prstGeom>
            <a:solidFill>
              <a:srgbClr val="5D1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3" name="Retângulo Arredondado 4">
              <a:extLst>
                <a:ext uri="{FF2B5EF4-FFF2-40B4-BE49-F238E27FC236}">
                  <a16:creationId xmlns:a16="http://schemas.microsoft.com/office/drawing/2014/main" id="{360E21D8-6ECE-44F0-8069-4DB1FB6435DC}"/>
                </a:ext>
              </a:extLst>
            </p:cNvPr>
            <p:cNvSpPr/>
            <p:nvPr/>
          </p:nvSpPr>
          <p:spPr>
            <a:xfrm>
              <a:off x="1095375" y="123825"/>
              <a:ext cx="10972800" cy="6610349"/>
            </a:xfrm>
            <a:prstGeom prst="roundRect">
              <a:avLst>
                <a:gd name="adj" fmla="val 4253"/>
              </a:avLst>
            </a:prstGeom>
            <a:solidFill>
              <a:srgbClr val="F7E3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tângulo Arredondado 64">
              <a:extLst>
                <a:ext uri="{FF2B5EF4-FFF2-40B4-BE49-F238E27FC236}">
                  <a16:creationId xmlns:a16="http://schemas.microsoft.com/office/drawing/2014/main" id="{7AD156D6-212A-4A03-B4D1-53076B4264B4}"/>
                </a:ext>
              </a:extLst>
            </p:cNvPr>
            <p:cNvSpPr/>
            <p:nvPr/>
          </p:nvSpPr>
          <p:spPr>
            <a:xfrm>
              <a:off x="1316006" y="857250"/>
              <a:ext cx="7494450" cy="990600"/>
            </a:xfrm>
            <a:prstGeom prst="roundRect">
              <a:avLst>
                <a:gd name="adj" fmla="val 8143"/>
              </a:avLst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B84911E-01C9-49B8-9715-660C95399B42}"/>
                </a:ext>
              </a:extLst>
            </p:cNvPr>
            <p:cNvSpPr/>
            <p:nvPr/>
          </p:nvSpPr>
          <p:spPr>
            <a:xfrm>
              <a:off x="6032849" y="2065273"/>
              <a:ext cx="5831982" cy="4451478"/>
            </a:xfrm>
            <a:prstGeom prst="roundRect">
              <a:avLst>
                <a:gd name="adj" fmla="val 2971"/>
              </a:avLst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024" name="Gráfico 1023">
              <a:extLst>
                <a:ext uri="{FF2B5EF4-FFF2-40B4-BE49-F238E27FC236}">
                  <a16:creationId xmlns:a16="http://schemas.microsoft.com/office/drawing/2014/main" id="{33A0F7E0-E23A-4247-88DE-C6B820CF10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548"/>
            <a:stretch/>
          </p:blipFill>
          <p:spPr>
            <a:xfrm>
              <a:off x="7473160" y="639827"/>
              <a:ext cx="1345355" cy="1199381"/>
            </a:xfrm>
            <a:prstGeom prst="rect">
              <a:avLst/>
            </a:prstGeom>
          </p:spPr>
        </p:pic>
        <p:sp>
          <p:nvSpPr>
            <p:cNvPr id="27" name="Retângulo Arredondado 61">
              <a:extLst>
                <a:ext uri="{FF2B5EF4-FFF2-40B4-BE49-F238E27FC236}">
                  <a16:creationId xmlns:a16="http://schemas.microsoft.com/office/drawing/2014/main" id="{D73B7E6E-BEFC-46E4-B03B-1635AC81587D}"/>
                </a:ext>
              </a:extLst>
            </p:cNvPr>
            <p:cNvSpPr/>
            <p:nvPr/>
          </p:nvSpPr>
          <p:spPr>
            <a:xfrm>
              <a:off x="26535" y="2920621"/>
              <a:ext cx="990672" cy="457200"/>
            </a:xfrm>
            <a:prstGeom prst="roundRect">
              <a:avLst>
                <a:gd name="adj" fmla="val 19202"/>
              </a:avLst>
            </a:prstGeom>
            <a:gradFill flip="none" rotWithShape="1">
              <a:gsLst>
                <a:gs pos="0">
                  <a:srgbClr val="524EEE"/>
                </a:gs>
                <a:gs pos="50000">
                  <a:srgbClr val="30B1FE"/>
                </a:gs>
                <a:gs pos="100000">
                  <a:srgbClr val="25D498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Imagem 30" descr="Ícone&#10;&#10;Descrição gerada automaticamente">
              <a:extLst>
                <a:ext uri="{FF2B5EF4-FFF2-40B4-BE49-F238E27FC236}">
                  <a16:creationId xmlns:a16="http://schemas.microsoft.com/office/drawing/2014/main" id="{6BB889D6-8670-4956-ADE2-07A398BC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413015"/>
              <a:ext cx="252000" cy="256271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  <p:pic>
          <p:nvPicPr>
            <p:cNvPr id="34" name="Imagem 33" descr="Ícone&#10;&#10;Descrição gerada automaticamente">
              <a:extLst>
                <a:ext uri="{FF2B5EF4-FFF2-40B4-BE49-F238E27FC236}">
                  <a16:creationId xmlns:a16="http://schemas.microsoft.com/office/drawing/2014/main" id="{D0EFDA94-AC1E-43CC-AE0A-B42EA97B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6182648"/>
              <a:ext cx="252000" cy="252000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  <p:pic>
          <p:nvPicPr>
            <p:cNvPr id="35" name="Imagem 34" descr="Ícone&#10;&#10;Descrição gerada automaticamente">
              <a:extLst>
                <a:ext uri="{FF2B5EF4-FFF2-40B4-BE49-F238E27FC236}">
                  <a16:creationId xmlns:a16="http://schemas.microsoft.com/office/drawing/2014/main" id="{9C6CB060-A363-4479-AC2A-D8C2855C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279828"/>
              <a:ext cx="252000" cy="252000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  <p:pic>
          <p:nvPicPr>
            <p:cNvPr id="37" name="Imagem 36" descr="Ícone&#10;&#10;Descrição gerada automaticamente">
              <a:extLst>
                <a:ext uri="{FF2B5EF4-FFF2-40B4-BE49-F238E27FC236}">
                  <a16:creationId xmlns:a16="http://schemas.microsoft.com/office/drawing/2014/main" id="{F1ABFDA7-CB7F-46D3-8153-DF0927EF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679" y="3010180"/>
              <a:ext cx="249840" cy="288000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  <p:pic>
          <p:nvPicPr>
            <p:cNvPr id="38" name="Imagem 37" descr="Ícone&#10;&#10;Descrição gerada automaticamente">
              <a:extLst>
                <a:ext uri="{FF2B5EF4-FFF2-40B4-BE49-F238E27FC236}">
                  <a16:creationId xmlns:a16="http://schemas.microsoft.com/office/drawing/2014/main" id="{CAF52AFC-7F5A-4311-8F45-9D08992A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599" y="3639073"/>
              <a:ext cx="252000" cy="215460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B7ACBEA-4C0D-421C-9C82-9F65DF3399EC}"/>
                </a:ext>
              </a:extLst>
            </p:cNvPr>
            <p:cNvSpPr/>
            <p:nvPr/>
          </p:nvSpPr>
          <p:spPr>
            <a:xfrm>
              <a:off x="1553180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E304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A2F296B-BD22-4D7E-9058-FD48D8C704B9}"/>
                </a:ext>
              </a:extLst>
            </p:cNvPr>
            <p:cNvSpPr/>
            <p:nvPr/>
          </p:nvSpPr>
          <p:spPr>
            <a:xfrm>
              <a:off x="3460292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E304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B29A78B-B459-4DF1-84C9-5A651E87AD4C}"/>
                </a:ext>
              </a:extLst>
            </p:cNvPr>
            <p:cNvSpPr/>
            <p:nvPr/>
          </p:nvSpPr>
          <p:spPr>
            <a:xfrm>
              <a:off x="5366626" y="1149787"/>
              <a:ext cx="396000" cy="396000"/>
            </a:xfrm>
            <a:prstGeom prst="roundRect">
              <a:avLst>
                <a:gd name="adj" fmla="val 20000"/>
              </a:avLst>
            </a:prstGeom>
            <a:solidFill>
              <a:srgbClr val="E304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39" name="Imagem 38" descr="Ícone&#10;&#10;Descrição gerada automaticamente">
              <a:extLst>
                <a:ext uri="{FF2B5EF4-FFF2-40B4-BE49-F238E27FC236}">
                  <a16:creationId xmlns:a16="http://schemas.microsoft.com/office/drawing/2014/main" id="{589FEAFD-2DAF-4245-8BC6-B30F0BA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9548" y="1239787"/>
              <a:ext cx="248276" cy="216000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  <p:pic>
          <p:nvPicPr>
            <p:cNvPr id="41" name="Imagem 40" descr="Ícone&#10;&#10;Descrição gerada automaticamente">
              <a:extLst>
                <a:ext uri="{FF2B5EF4-FFF2-40B4-BE49-F238E27FC236}">
                  <a16:creationId xmlns:a16="http://schemas.microsoft.com/office/drawing/2014/main" id="{22D67F16-C20A-4C0E-8A68-CFBA6883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5218" y="1239787"/>
              <a:ext cx="109080" cy="216000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  <p:pic>
          <p:nvPicPr>
            <p:cNvPr id="22" name="Imagem 21" descr="Ícone&#10;&#10;Descrição gerada automaticamente">
              <a:extLst>
                <a:ext uri="{FF2B5EF4-FFF2-40B4-BE49-F238E27FC236}">
                  <a16:creationId xmlns:a16="http://schemas.microsoft.com/office/drawing/2014/main" id="{4458B19A-9BB4-4968-BB5E-C5634C92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626" y="1230787"/>
              <a:ext cx="234000" cy="234000"/>
            </a:xfrm>
            <a:prstGeom prst="rect">
              <a:avLst/>
            </a:prstGeom>
            <a:gradFill>
              <a:gsLst>
                <a:gs pos="0">
                  <a:srgbClr val="720D5D"/>
                </a:gs>
                <a:gs pos="93000">
                  <a:srgbClr val="AF0872"/>
                </a:gs>
                <a:gs pos="83000">
                  <a:srgbClr val="AF0872"/>
                </a:gs>
                <a:gs pos="100000">
                  <a:srgbClr val="C5027A"/>
                </a:gs>
              </a:gsLst>
              <a:lin ang="5400000" scaled="1"/>
            </a:gradFill>
            <a:ln>
              <a:noFill/>
            </a:ln>
          </p:spPr>
        </p:pic>
      </p:grpSp>
      <p:grpSp>
        <p:nvGrpSpPr>
          <p:cNvPr id="3" name="Agrupar 3">
            <a:extLst>
              <a:ext uri="{FF2B5EF4-FFF2-40B4-BE49-F238E27FC236}">
                <a16:creationId xmlns:a16="http://schemas.microsoft.com/office/drawing/2014/main" id="{55487317-96A1-68BD-E698-362AAB02C56F}"/>
              </a:ext>
            </a:extLst>
          </p:cNvPr>
          <p:cNvGrpSpPr/>
          <p:nvPr/>
        </p:nvGrpSpPr>
        <p:grpSpPr>
          <a:xfrm>
            <a:off x="1430741" y="2065273"/>
            <a:ext cx="4389120" cy="4451478"/>
            <a:chOff x="1684742" y="2242506"/>
            <a:chExt cx="4389120" cy="4193792"/>
          </a:xfrm>
        </p:grpSpPr>
        <p:sp>
          <p:nvSpPr>
            <p:cNvPr id="4" name="Elipse 26">
              <a:extLst>
                <a:ext uri="{FF2B5EF4-FFF2-40B4-BE49-F238E27FC236}">
                  <a16:creationId xmlns:a16="http://schemas.microsoft.com/office/drawing/2014/main" id="{9D71AFF0-7A44-7553-CC29-40D18AB538AD}"/>
                </a:ext>
              </a:extLst>
            </p:cNvPr>
            <p:cNvSpPr/>
            <p:nvPr/>
          </p:nvSpPr>
          <p:spPr>
            <a:xfrm>
              <a:off x="3279197" y="2242506"/>
              <a:ext cx="1200209" cy="1200208"/>
            </a:xfrm>
            <a:prstGeom prst="ellipse">
              <a:avLst/>
            </a:prstGeom>
            <a:solidFill>
              <a:srgbClr val="0D72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5" name="Elipse 30">
              <a:extLst>
                <a:ext uri="{FF2B5EF4-FFF2-40B4-BE49-F238E27FC236}">
                  <a16:creationId xmlns:a16="http://schemas.microsoft.com/office/drawing/2014/main" id="{159B2A45-B9B3-34E8-7A43-F58CA79414F0}"/>
                </a:ext>
              </a:extLst>
            </p:cNvPr>
            <p:cNvSpPr/>
            <p:nvPr/>
          </p:nvSpPr>
          <p:spPr>
            <a:xfrm>
              <a:off x="1842971" y="2746149"/>
              <a:ext cx="1199566" cy="1199566"/>
            </a:xfrm>
            <a:prstGeom prst="ellipse">
              <a:avLst/>
            </a:prstGeom>
            <a:solidFill>
              <a:srgbClr val="990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6" name="Elipse 33">
              <a:extLst>
                <a:ext uri="{FF2B5EF4-FFF2-40B4-BE49-F238E27FC236}">
                  <a16:creationId xmlns:a16="http://schemas.microsoft.com/office/drawing/2014/main" id="{9ECBD8CD-4B72-A6D4-F0A1-4FD97070DB5F}"/>
                </a:ext>
              </a:extLst>
            </p:cNvPr>
            <p:cNvSpPr/>
            <p:nvPr/>
          </p:nvSpPr>
          <p:spPr>
            <a:xfrm>
              <a:off x="4715747" y="3248016"/>
              <a:ext cx="1200209" cy="1200208"/>
            </a:xfrm>
            <a:prstGeom prst="ellipse">
              <a:avLst/>
            </a:prstGeom>
            <a:solidFill>
              <a:srgbClr val="990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7" name="Retângulo: Cantos Arredondados 34">
              <a:extLst>
                <a:ext uri="{FF2B5EF4-FFF2-40B4-BE49-F238E27FC236}">
                  <a16:creationId xmlns:a16="http://schemas.microsoft.com/office/drawing/2014/main" id="{85EB7B9C-11CD-0991-F112-C57DD5CEB2A5}"/>
                </a:ext>
              </a:extLst>
            </p:cNvPr>
            <p:cNvSpPr/>
            <p:nvPr/>
          </p:nvSpPr>
          <p:spPr>
            <a:xfrm>
              <a:off x="1684742" y="4404449"/>
              <a:ext cx="1516022" cy="2031849"/>
            </a:xfrm>
            <a:prstGeom prst="roundRect">
              <a:avLst>
                <a:gd name="adj" fmla="val 3941"/>
              </a:avLst>
            </a:prstGeom>
            <a:solidFill>
              <a:srgbClr val="990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1" name="Retângulo: Cantos Arredondados 36">
              <a:extLst>
                <a:ext uri="{FF2B5EF4-FFF2-40B4-BE49-F238E27FC236}">
                  <a16:creationId xmlns:a16="http://schemas.microsoft.com/office/drawing/2014/main" id="{2492A983-5051-4D39-D610-483DFCE93403}"/>
                </a:ext>
              </a:extLst>
            </p:cNvPr>
            <p:cNvSpPr/>
            <p:nvPr/>
          </p:nvSpPr>
          <p:spPr>
            <a:xfrm>
              <a:off x="4557840" y="4906638"/>
              <a:ext cx="1516022" cy="1529660"/>
            </a:xfrm>
            <a:prstGeom prst="roundRect">
              <a:avLst>
                <a:gd name="adj" fmla="val 3941"/>
              </a:avLst>
            </a:prstGeom>
            <a:solidFill>
              <a:srgbClr val="990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12" name="Retângulo: Cantos Arredondados 37">
              <a:extLst>
                <a:ext uri="{FF2B5EF4-FFF2-40B4-BE49-F238E27FC236}">
                  <a16:creationId xmlns:a16="http://schemas.microsoft.com/office/drawing/2014/main" id="{EC37FAA0-D8C8-D4EC-35C4-30024291CD5F}"/>
                </a:ext>
              </a:extLst>
            </p:cNvPr>
            <p:cNvSpPr/>
            <p:nvPr/>
          </p:nvSpPr>
          <p:spPr>
            <a:xfrm>
              <a:off x="3121292" y="3902260"/>
              <a:ext cx="1516022" cy="2534038"/>
            </a:xfrm>
            <a:prstGeom prst="roundRect">
              <a:avLst>
                <a:gd name="adj" fmla="val 3941"/>
              </a:avLst>
            </a:prstGeom>
            <a:solidFill>
              <a:srgbClr val="0D72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13" name="Gráfico 38" descr="Troféu">
              <a:extLst>
                <a:ext uri="{FF2B5EF4-FFF2-40B4-BE49-F238E27FC236}">
                  <a16:creationId xmlns:a16="http://schemas.microsoft.com/office/drawing/2014/main" id="{33FC5395-CF10-126A-4554-BCEE7F3DB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14" name="Gráfico 40" descr="Medalha">
              <a:extLst>
                <a:ext uri="{FF2B5EF4-FFF2-40B4-BE49-F238E27FC236}">
                  <a16:creationId xmlns:a16="http://schemas.microsoft.com/office/drawing/2014/main" id="{1F2E1A78-895D-AAAE-7DCA-BAE08DF81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15" name="Gráfico 41" descr="Medalha">
              <a:extLst>
                <a:ext uri="{FF2B5EF4-FFF2-40B4-BE49-F238E27FC236}">
                  <a16:creationId xmlns:a16="http://schemas.microsoft.com/office/drawing/2014/main" id="{9674390B-A255-4658-D43F-EA4E00ACB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1940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3878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8143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386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D73B7E6E-BEFC-46E4-B03B-1635AC81587D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BB889D6-8670-4956-ADE2-07A398BC5E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D0EFDA94-AC1E-43CC-AE0A-B42EA97BFE5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9C6CB060-A363-4479-AC2A-D8C2855C9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F1ABFDA7-CB7F-46D3-8153-DF0927EFFEB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CAF52AFC-7F5A-4311-8F45-9D08992A25D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B7ACBEA-4C0D-421C-9C82-9F65DF3399EC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2F296B-BD22-4D7E-9058-FD48D8C704B9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B29A78B-B459-4DF1-84C9-5A651E87AD4C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589FEAFD-2DAF-4245-8BC6-B30F0BA5E03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2D67F16-C20A-4C0E-8A68-CFBA68830A5C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4458B19A-9BB4-4968-BB5E-C5634C92EE92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6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E2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schemeClr val="lt1"/>
              </a:solidFill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CB24E588-8F56-48A2-9DA1-1FB9A084D013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789D40AA-ED16-4E17-BC7D-A96FA1E9679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07CA785D-4B85-4DEE-A239-7DF81FB1A4B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A4C312EF-5FDE-4906-AED0-99A00F03A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E9796783-D828-4876-B348-E2E40C549B7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3000747E-5B0C-4C4F-8A1A-174B0E92EAD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F5DF501-FCEE-4DCC-8397-2E95F4EA2507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7EC6B1E-9E7B-4ABA-BE19-3A7F8A527816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818F940-9FCA-4F5C-BE5B-C22291174F8A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FC9F3399-2ECD-4915-920F-E452D4390F7B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6E3CA8B-5D2A-40A1-A481-994857D8D8F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2F3145A2-5ADD-45B5-91A3-90F28BA2D959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92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6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67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3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56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gradFill>
            <a:gsLst>
              <a:gs pos="0">
                <a:srgbClr val="8C4AF2"/>
              </a:gs>
              <a:gs pos="100000">
                <a:srgbClr val="6757F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F6F6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gradFill>
            <a:gsLst>
              <a:gs pos="0">
                <a:srgbClr val="8C4AF2"/>
              </a:gs>
              <a:gs pos="100000">
                <a:srgbClr val="6757F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6A76F82E-9B19-421B-86F5-25CB3A5CACDB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F70632F-C7CB-44BC-98BC-7EBB707082F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E2302F7-E5CA-40E4-8922-B81012BCFE5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48586539-7528-42ED-94EE-9204AF0B3D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462DD594-D5A1-4981-AD1A-DBE8AA7A474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99190C77-140D-4B95-B288-F20C05C7558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034A78F-F9CE-42A1-B890-BED0449A688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7A3B573-4188-4A72-BF71-1D46FE564A66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AE02376-1935-4D37-9BB6-E3F6A26DEB20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284E1198-E96C-4C4C-9CE4-FDA4818756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7CE1EED8-27B8-475A-95BA-6E6E128FC23D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FE967E3C-F19B-4074-89F8-E06A55AD28AE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01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6663229" y="2145151"/>
            <a:ext cx="5171149" cy="4371600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24C2A06-877B-4816-BCDC-2C115F88ED26}"/>
              </a:ext>
            </a:extLst>
          </p:cNvPr>
          <p:cNvGrpSpPr/>
          <p:nvPr/>
        </p:nvGrpSpPr>
        <p:grpSpPr>
          <a:xfrm>
            <a:off x="1684742" y="2322959"/>
            <a:ext cx="4389120" cy="4193792"/>
            <a:chOff x="1684742" y="2242506"/>
            <a:chExt cx="4389120" cy="4193792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D99C8574-4244-46BE-A94C-C1AF587EE5C3}"/>
                </a:ext>
              </a:extLst>
            </p:cNvPr>
            <p:cNvSpPr/>
            <p:nvPr/>
          </p:nvSpPr>
          <p:spPr>
            <a:xfrm>
              <a:off x="3279197" y="2242506"/>
              <a:ext cx="1200209" cy="1200208"/>
            </a:xfrm>
            <a:prstGeom prst="ellipse">
              <a:avLst/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F3BBA5CA-B90C-44E0-B0CA-554D6425B292}"/>
                </a:ext>
              </a:extLst>
            </p:cNvPr>
            <p:cNvSpPr/>
            <p:nvPr/>
          </p:nvSpPr>
          <p:spPr>
            <a:xfrm>
              <a:off x="1842971" y="2746149"/>
              <a:ext cx="1199566" cy="1199566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48724008-8E39-43A2-BBAA-A9C4E4B3A7F8}"/>
                </a:ext>
              </a:extLst>
            </p:cNvPr>
            <p:cNvSpPr/>
            <p:nvPr/>
          </p:nvSpPr>
          <p:spPr>
            <a:xfrm>
              <a:off x="4715747" y="3248016"/>
              <a:ext cx="1200209" cy="1200208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86AD2FCF-88A3-483C-996E-C8E01A5E5B18}"/>
                </a:ext>
              </a:extLst>
            </p:cNvPr>
            <p:cNvSpPr/>
            <p:nvPr/>
          </p:nvSpPr>
          <p:spPr>
            <a:xfrm>
              <a:off x="1684742" y="4404449"/>
              <a:ext cx="1516022" cy="2031849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8A800269-FB2A-4861-BCCD-8E8FEF90DABD}"/>
                </a:ext>
              </a:extLst>
            </p:cNvPr>
            <p:cNvSpPr/>
            <p:nvPr/>
          </p:nvSpPr>
          <p:spPr>
            <a:xfrm>
              <a:off x="4557840" y="4906638"/>
              <a:ext cx="1516022" cy="1529660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3BDAA0FA-67DF-4CC4-8E98-64DC2F8053B2}"/>
                </a:ext>
              </a:extLst>
            </p:cNvPr>
            <p:cNvSpPr/>
            <p:nvPr/>
          </p:nvSpPr>
          <p:spPr>
            <a:xfrm>
              <a:off x="3121292" y="3902260"/>
              <a:ext cx="1516022" cy="2534038"/>
            </a:xfrm>
            <a:prstGeom prst="roundRect">
              <a:avLst>
                <a:gd name="adj" fmla="val 3941"/>
              </a:avLst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39" name="Gráfico 38" descr="Troféu">
              <a:extLst>
                <a:ext uri="{FF2B5EF4-FFF2-40B4-BE49-F238E27FC236}">
                  <a16:creationId xmlns:a16="http://schemas.microsoft.com/office/drawing/2014/main" id="{60203333-FFF0-4E9B-B8CB-18482A547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41" name="Gráfico 40" descr="Medalha">
              <a:extLst>
                <a:ext uri="{FF2B5EF4-FFF2-40B4-BE49-F238E27FC236}">
                  <a16:creationId xmlns:a16="http://schemas.microsoft.com/office/drawing/2014/main" id="{FA04C93C-9A64-4529-80B8-585CCCEAB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42" name="Gráfico 41" descr="Medalha">
              <a:extLst>
                <a:ext uri="{FF2B5EF4-FFF2-40B4-BE49-F238E27FC236}">
                  <a16:creationId xmlns:a16="http://schemas.microsoft.com/office/drawing/2014/main" id="{D258AB2F-DEBE-4FC4-B2C8-32FF3D7C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  <p:sp>
        <p:nvSpPr>
          <p:cNvPr id="60" name="Retângulo Arredondado 64">
            <a:extLst>
              <a:ext uri="{FF2B5EF4-FFF2-40B4-BE49-F238E27FC236}">
                <a16:creationId xmlns:a16="http://schemas.microsoft.com/office/drawing/2014/main" id="{C46C76CD-A00E-4A93-B473-B15A32526523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88E84614-A59C-44B5-93DD-EA830D9B6A8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5F8E7FD6-2063-43A4-BC9E-DAE3DCF75294}"/>
              </a:ext>
            </a:extLst>
          </p:cNvPr>
          <p:cNvSpPr/>
          <p:nvPr/>
        </p:nvSpPr>
        <p:spPr>
          <a:xfrm>
            <a:off x="9026456" y="341249"/>
            <a:ext cx="2807922" cy="1506602"/>
          </a:xfrm>
          <a:prstGeom prst="roundRect">
            <a:avLst>
              <a:gd name="adj" fmla="val 7827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0" name="Retângulo Arredondado 61">
            <a:extLst>
              <a:ext uri="{FF2B5EF4-FFF2-40B4-BE49-F238E27FC236}">
                <a16:creationId xmlns:a16="http://schemas.microsoft.com/office/drawing/2014/main" id="{9E11EE0E-F9E4-46F6-A8B2-F247FD3FAAED}"/>
              </a:ext>
            </a:extLst>
          </p:cNvPr>
          <p:cNvSpPr/>
          <p:nvPr/>
        </p:nvSpPr>
        <p:spPr>
          <a:xfrm>
            <a:off x="25948" y="3515028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m 43" descr="Ícone&#10;&#10;Descrição gerada automaticamente">
            <a:extLst>
              <a:ext uri="{FF2B5EF4-FFF2-40B4-BE49-F238E27FC236}">
                <a16:creationId xmlns:a16="http://schemas.microsoft.com/office/drawing/2014/main" id="{0FCA6A3F-0FDB-468A-8638-C48564632639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45" name="Imagem 44" descr="Ícone&#10;&#10;Descrição gerada automaticamente">
            <a:extLst>
              <a:ext uri="{FF2B5EF4-FFF2-40B4-BE49-F238E27FC236}">
                <a16:creationId xmlns:a16="http://schemas.microsoft.com/office/drawing/2014/main" id="{DF711D14-2E23-431C-96B8-0CE42701919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46" name="Imagem 45" descr="Ícone&#10;&#10;Descrição gerada automaticamente">
            <a:extLst>
              <a:ext uri="{FF2B5EF4-FFF2-40B4-BE49-F238E27FC236}">
                <a16:creationId xmlns:a16="http://schemas.microsoft.com/office/drawing/2014/main" id="{62E505B9-2BFA-4D7F-B774-471487568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47" name="Imagem 46" descr="Ícone&#10;&#10;Descrição gerada automaticamente">
            <a:extLst>
              <a:ext uri="{FF2B5EF4-FFF2-40B4-BE49-F238E27FC236}">
                <a16:creationId xmlns:a16="http://schemas.microsoft.com/office/drawing/2014/main" id="{30853A18-6284-44FB-AC5D-C3650A75093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48" name="Imagem 47" descr="Ícone&#10;&#10;Descrição gerada automaticamente">
            <a:extLst>
              <a:ext uri="{FF2B5EF4-FFF2-40B4-BE49-F238E27FC236}">
                <a16:creationId xmlns:a16="http://schemas.microsoft.com/office/drawing/2014/main" id="{25969D40-4A50-4DF1-94E2-FD1A5D35363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7C7D7C9-845F-4D5C-86EB-FBFB60CEF691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4ADF8051-1D27-4D77-B2B9-0BE9118B256B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70BB5B02-65E0-44E9-84F1-C89683414AB1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51" name="Imagem 50" descr="Ícone&#10;&#10;Descrição gerada automaticamente">
            <a:extLst>
              <a:ext uri="{FF2B5EF4-FFF2-40B4-BE49-F238E27FC236}">
                <a16:creationId xmlns:a16="http://schemas.microsoft.com/office/drawing/2014/main" id="{19244009-B494-4DAF-AC4B-AA4774924D0E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52" name="Imagem 51" descr="Ícone&#10;&#10;Descrição gerada automaticamente">
            <a:extLst>
              <a:ext uri="{FF2B5EF4-FFF2-40B4-BE49-F238E27FC236}">
                <a16:creationId xmlns:a16="http://schemas.microsoft.com/office/drawing/2014/main" id="{D24608F1-9984-42D6-AC66-D3DA064A3BC8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3E1CC221-04E0-4ED2-8B33-FFAF12B8770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8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6663229" y="2145151"/>
            <a:ext cx="5171149" cy="4371600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24C2A06-877B-4816-BCDC-2C115F88ED26}"/>
              </a:ext>
            </a:extLst>
          </p:cNvPr>
          <p:cNvGrpSpPr/>
          <p:nvPr/>
        </p:nvGrpSpPr>
        <p:grpSpPr>
          <a:xfrm>
            <a:off x="1684742" y="2322959"/>
            <a:ext cx="4389120" cy="4193792"/>
            <a:chOff x="1684742" y="2242506"/>
            <a:chExt cx="4389120" cy="4193792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D99C8574-4244-46BE-A94C-C1AF587EE5C3}"/>
                </a:ext>
              </a:extLst>
            </p:cNvPr>
            <p:cNvSpPr/>
            <p:nvPr/>
          </p:nvSpPr>
          <p:spPr>
            <a:xfrm>
              <a:off x="3279197" y="2242506"/>
              <a:ext cx="1200209" cy="1200208"/>
            </a:xfrm>
            <a:prstGeom prst="ellipse">
              <a:avLst/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F3BBA5CA-B90C-44E0-B0CA-554D6425B292}"/>
                </a:ext>
              </a:extLst>
            </p:cNvPr>
            <p:cNvSpPr/>
            <p:nvPr/>
          </p:nvSpPr>
          <p:spPr>
            <a:xfrm>
              <a:off x="1842971" y="2746149"/>
              <a:ext cx="1199566" cy="1199566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48724008-8E39-43A2-BBAA-A9C4E4B3A7F8}"/>
                </a:ext>
              </a:extLst>
            </p:cNvPr>
            <p:cNvSpPr/>
            <p:nvPr/>
          </p:nvSpPr>
          <p:spPr>
            <a:xfrm>
              <a:off x="4715747" y="3248016"/>
              <a:ext cx="1200209" cy="1200208"/>
            </a:xfrm>
            <a:prstGeom prst="ellipse">
              <a:avLst/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86AD2FCF-88A3-483C-996E-C8E01A5E5B18}"/>
                </a:ext>
              </a:extLst>
            </p:cNvPr>
            <p:cNvSpPr/>
            <p:nvPr/>
          </p:nvSpPr>
          <p:spPr>
            <a:xfrm>
              <a:off x="1684742" y="4404449"/>
              <a:ext cx="1516022" cy="2031849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8A800269-FB2A-4861-BCCD-8E8FEF90DABD}"/>
                </a:ext>
              </a:extLst>
            </p:cNvPr>
            <p:cNvSpPr/>
            <p:nvPr/>
          </p:nvSpPr>
          <p:spPr>
            <a:xfrm>
              <a:off x="4557840" y="4906638"/>
              <a:ext cx="1516022" cy="1529660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3BDAA0FA-67DF-4CC4-8E98-64DC2F8053B2}"/>
                </a:ext>
              </a:extLst>
            </p:cNvPr>
            <p:cNvSpPr/>
            <p:nvPr/>
          </p:nvSpPr>
          <p:spPr>
            <a:xfrm>
              <a:off x="3121292" y="3902260"/>
              <a:ext cx="1516022" cy="2534038"/>
            </a:xfrm>
            <a:prstGeom prst="roundRect">
              <a:avLst>
                <a:gd name="adj" fmla="val 3941"/>
              </a:avLst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39" name="Gráfico 38" descr="Troféu">
              <a:extLst>
                <a:ext uri="{FF2B5EF4-FFF2-40B4-BE49-F238E27FC236}">
                  <a16:creationId xmlns:a16="http://schemas.microsoft.com/office/drawing/2014/main" id="{60203333-FFF0-4E9B-B8CB-18482A547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41" name="Gráfico 40" descr="Medalha">
              <a:extLst>
                <a:ext uri="{FF2B5EF4-FFF2-40B4-BE49-F238E27FC236}">
                  <a16:creationId xmlns:a16="http://schemas.microsoft.com/office/drawing/2014/main" id="{FA04C93C-9A64-4529-80B8-585CCCEAB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42" name="Gráfico 41" descr="Medalha">
              <a:extLst>
                <a:ext uri="{FF2B5EF4-FFF2-40B4-BE49-F238E27FC236}">
                  <a16:creationId xmlns:a16="http://schemas.microsoft.com/office/drawing/2014/main" id="{D258AB2F-DEBE-4FC4-B2C8-32FF3D7C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  <p:sp>
        <p:nvSpPr>
          <p:cNvPr id="60" name="Retângulo Arredondado 64">
            <a:extLst>
              <a:ext uri="{FF2B5EF4-FFF2-40B4-BE49-F238E27FC236}">
                <a16:creationId xmlns:a16="http://schemas.microsoft.com/office/drawing/2014/main" id="{C46C76CD-A00E-4A93-B473-B15A32526523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88E84614-A59C-44B5-93DD-EA830D9B6A8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5F8E7FD6-2063-43A4-BC9E-DAE3DCF75294}"/>
              </a:ext>
            </a:extLst>
          </p:cNvPr>
          <p:cNvSpPr/>
          <p:nvPr/>
        </p:nvSpPr>
        <p:spPr>
          <a:xfrm>
            <a:off x="9026456" y="341249"/>
            <a:ext cx="2807922" cy="1506602"/>
          </a:xfrm>
          <a:prstGeom prst="roundRect">
            <a:avLst>
              <a:gd name="adj" fmla="val 7827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0" name="Retângulo Arredondado 61">
            <a:extLst>
              <a:ext uri="{FF2B5EF4-FFF2-40B4-BE49-F238E27FC236}">
                <a16:creationId xmlns:a16="http://schemas.microsoft.com/office/drawing/2014/main" id="{9E11EE0E-F9E4-46F6-A8B2-F247FD3FAAED}"/>
              </a:ext>
            </a:extLst>
          </p:cNvPr>
          <p:cNvSpPr/>
          <p:nvPr/>
        </p:nvSpPr>
        <p:spPr>
          <a:xfrm>
            <a:off x="25948" y="3515028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m 43" descr="Ícone&#10;&#10;Descrição gerada automaticamente">
            <a:extLst>
              <a:ext uri="{FF2B5EF4-FFF2-40B4-BE49-F238E27FC236}">
                <a16:creationId xmlns:a16="http://schemas.microsoft.com/office/drawing/2014/main" id="{0FCA6A3F-0FDB-468A-8638-C48564632639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45" name="Imagem 44" descr="Ícone&#10;&#10;Descrição gerada automaticamente">
            <a:extLst>
              <a:ext uri="{FF2B5EF4-FFF2-40B4-BE49-F238E27FC236}">
                <a16:creationId xmlns:a16="http://schemas.microsoft.com/office/drawing/2014/main" id="{DF711D14-2E23-431C-96B8-0CE42701919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46" name="Imagem 45" descr="Ícone&#10;&#10;Descrição gerada automaticamente">
            <a:extLst>
              <a:ext uri="{FF2B5EF4-FFF2-40B4-BE49-F238E27FC236}">
                <a16:creationId xmlns:a16="http://schemas.microsoft.com/office/drawing/2014/main" id="{62E505B9-2BFA-4D7F-B774-471487568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47" name="Imagem 46" descr="Ícone&#10;&#10;Descrição gerada automaticamente">
            <a:extLst>
              <a:ext uri="{FF2B5EF4-FFF2-40B4-BE49-F238E27FC236}">
                <a16:creationId xmlns:a16="http://schemas.microsoft.com/office/drawing/2014/main" id="{30853A18-6284-44FB-AC5D-C3650A75093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48" name="Imagem 47" descr="Ícone&#10;&#10;Descrição gerada automaticamente">
            <a:extLst>
              <a:ext uri="{FF2B5EF4-FFF2-40B4-BE49-F238E27FC236}">
                <a16:creationId xmlns:a16="http://schemas.microsoft.com/office/drawing/2014/main" id="{25969D40-4A50-4DF1-94E2-FD1A5D35363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7C7D7C9-845F-4D5C-86EB-FBFB60CEF691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4ADF8051-1D27-4D77-B2B9-0BE9118B256B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70BB5B02-65E0-44E9-84F1-C89683414AB1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51" name="Imagem 50" descr="Ícone&#10;&#10;Descrição gerada automaticamente">
            <a:extLst>
              <a:ext uri="{FF2B5EF4-FFF2-40B4-BE49-F238E27FC236}">
                <a16:creationId xmlns:a16="http://schemas.microsoft.com/office/drawing/2014/main" id="{19244009-B494-4DAF-AC4B-AA4774924D0E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52" name="Imagem 51" descr="Ícone&#10;&#10;Descrição gerada automaticamente">
            <a:extLst>
              <a:ext uri="{FF2B5EF4-FFF2-40B4-BE49-F238E27FC236}">
                <a16:creationId xmlns:a16="http://schemas.microsoft.com/office/drawing/2014/main" id="{D24608F1-9984-42D6-AC66-D3DA064A3BC8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3E1CC221-04E0-4ED2-8B33-FFAF12B8770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2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9C6A5E6-B97E-46CA-B57C-159F920EDB3C}"/>
              </a:ext>
            </a:extLst>
          </p:cNvPr>
          <p:cNvGrpSpPr/>
          <p:nvPr/>
        </p:nvGrpSpPr>
        <p:grpSpPr>
          <a:xfrm>
            <a:off x="4200525" y="808006"/>
            <a:ext cx="3434595" cy="5241988"/>
            <a:chOff x="8172450" y="533400"/>
            <a:chExt cx="3434595" cy="5241988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177339B-A71F-46F0-8975-ED53F9AFF07F}"/>
                </a:ext>
              </a:extLst>
            </p:cNvPr>
            <p:cNvSpPr/>
            <p:nvPr/>
          </p:nvSpPr>
          <p:spPr>
            <a:xfrm>
              <a:off x="8172450" y="533400"/>
              <a:ext cx="3434595" cy="5241988"/>
            </a:xfrm>
            <a:prstGeom prst="roundRect">
              <a:avLst>
                <a:gd name="adj" fmla="val 9020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396664E-14D2-4AFA-9994-562AC187D614}"/>
                </a:ext>
              </a:extLst>
            </p:cNvPr>
            <p:cNvSpPr/>
            <p:nvPr/>
          </p:nvSpPr>
          <p:spPr>
            <a:xfrm>
              <a:off x="8172450" y="1211122"/>
              <a:ext cx="3434595" cy="3886200"/>
            </a:xfrm>
            <a:prstGeom prst="rect">
              <a:avLst/>
            </a:prstGeom>
            <a:solidFill>
              <a:schemeClr val="bg2"/>
            </a:solidFill>
            <a:ln cap="sq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pt-BR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0E8C953-ECEC-4C96-BB71-D0ACB3771D0E}"/>
                </a:ext>
              </a:extLst>
            </p:cNvPr>
            <p:cNvSpPr/>
            <p:nvPr/>
          </p:nvSpPr>
          <p:spPr>
            <a:xfrm>
              <a:off x="8172450" y="5097322"/>
              <a:ext cx="3434595" cy="318652"/>
            </a:xfrm>
            <a:prstGeom prst="rect">
              <a:avLst/>
            </a:prstGeom>
            <a:solidFill>
              <a:srgbClr val="1B1A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>
                <a:solidFill>
                  <a:schemeClr val="lt1"/>
                </a:solidFill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13877FA-AF14-479E-84CF-6E65BE593752}"/>
                </a:ext>
              </a:extLst>
            </p:cNvPr>
            <p:cNvSpPr/>
            <p:nvPr/>
          </p:nvSpPr>
          <p:spPr>
            <a:xfrm>
              <a:off x="8172450" y="892186"/>
              <a:ext cx="3434595" cy="471336"/>
            </a:xfrm>
            <a:prstGeom prst="rect">
              <a:avLst/>
            </a:prstGeom>
            <a:solidFill>
              <a:srgbClr val="1B1A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331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8">
            <a:extLst>
              <a:ext uri="{FF2B5EF4-FFF2-40B4-BE49-F238E27FC236}">
                <a16:creationId xmlns:a16="http://schemas.microsoft.com/office/drawing/2014/main" id="{8177339B-A71F-46F0-8975-ED53F9AFF07F}"/>
              </a:ext>
            </a:extLst>
          </p:cNvPr>
          <p:cNvSpPr/>
          <p:nvPr/>
        </p:nvSpPr>
        <p:spPr>
          <a:xfrm>
            <a:off x="4200525" y="808006"/>
            <a:ext cx="3434595" cy="5241988"/>
          </a:xfrm>
          <a:prstGeom prst="roundRect">
            <a:avLst>
              <a:gd name="adj" fmla="val 9020"/>
            </a:avLst>
          </a:prstGeom>
          <a:solidFill>
            <a:srgbClr val="00206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420876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496E9E4-AA74-5CF4-41D2-1950C01F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0"/>
            <a:ext cx="9782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567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CD647B-AC24-CE38-2B76-21BAAE12C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90488"/>
            <a:ext cx="1143952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41732DAF-ECD3-1EDC-CE78-BA9310AE9F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We’re a team of top-rated freelancers who’ve collectively injected over $100K USD in remittance into Bangladesh. With real-world projects and expert insights, you won’t just learn—you’ll thrive.</a:t>
            </a:r>
          </a:p>
          <a:p>
            <a:pPr algn="l"/>
            <a:b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</a:br>
            <a:endParaRPr lang="en-US" b="0" i="0" dirty="0">
              <a:solidFill>
                <a:srgbClr val="1F1F1F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Join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SkillSeba</a:t>
            </a:r>
            <a: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 and transform your Microsoft Office skills into an asset that fuels your success.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12728"/>
      </p:ext>
    </p:extLst>
  </p:cSld>
  <p:clrMapOvr>
    <a:masterClrMapping/>
  </p:clrMapOvr>
</p:sld>
</file>

<file path=ppt/theme/theme1.xml><?xml version="1.0" encoding="utf-8"?>
<a:theme xmlns:a="http://schemas.openxmlformats.org/drawingml/2006/main" name="5_Tema do Office">
  <a:themeElements>
    <a:clrScheme name="WS 2 - SAC">
      <a:dk1>
        <a:srgbClr val="23132E"/>
      </a:dk1>
      <a:lt1>
        <a:srgbClr val="F6F1FB"/>
      </a:lt1>
      <a:dk2>
        <a:srgbClr val="9DA2B7"/>
      </a:dk2>
      <a:lt2>
        <a:srgbClr val="FFFFFF"/>
      </a:lt2>
      <a:accent1>
        <a:srgbClr val="6B32D9"/>
      </a:accent1>
      <a:accent2>
        <a:srgbClr val="25D498"/>
      </a:accent2>
      <a:accent3>
        <a:srgbClr val="30B1FE"/>
      </a:accent3>
      <a:accent4>
        <a:srgbClr val="FF8248"/>
      </a:accent4>
      <a:accent5>
        <a:srgbClr val="FC4B7C"/>
      </a:accent5>
      <a:accent6>
        <a:srgbClr val="FFBF11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71</Words>
  <Application>Microsoft Office PowerPoint</Application>
  <PresentationFormat>Widescreen</PresentationFormat>
  <Paragraphs>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Source Sans Pro</vt:lpstr>
      <vt:lpstr>5_Tema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Kazi Safayet</cp:lastModifiedBy>
  <cp:revision>92</cp:revision>
  <dcterms:created xsi:type="dcterms:W3CDTF">2020-05-27T20:02:15Z</dcterms:created>
  <dcterms:modified xsi:type="dcterms:W3CDTF">2024-10-03T16:42:07Z</dcterms:modified>
</cp:coreProperties>
</file>